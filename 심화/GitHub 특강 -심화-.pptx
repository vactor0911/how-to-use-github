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slide+xml" PartName="/ppt/slides/slide112.xml"/>
  <Override ContentType="application/vnd.openxmlformats-officedocument.presentationml.slide+xml" PartName="/ppt/slides/slide113.xml"/>
  <Override ContentType="application/vnd.openxmlformats-officedocument.presentationml.slide+xml" PartName="/ppt/slides/slide114.xml"/>
  <Override ContentType="application/vnd.openxmlformats-officedocument.presentationml.slide+xml" PartName="/ppt/slides/slide115.xml"/>
  <Override ContentType="application/vnd.openxmlformats-officedocument.presentationml.slide+xml" PartName="/ppt/slides/slide116.xml"/>
  <Override ContentType="application/vnd.openxmlformats-officedocument.presentationml.slide+xml" PartName="/ppt/slides/slide117.xml"/>
  <Override ContentType="application/vnd.openxmlformats-officedocument.presentationml.slide+xml" PartName="/ppt/slides/slide118.xml"/>
  <Override ContentType="application/vnd.openxmlformats-officedocument.presentationml.slide+xml" PartName="/ppt/slides/slide119.xml"/>
  <Override ContentType="application/vnd.openxmlformats-officedocument.presentationml.slide+xml" PartName="/ppt/slides/slide120.xml"/>
  <Override ContentType="application/vnd.openxmlformats-officedocument.presentationml.slide+xml" PartName="/ppt/slides/slide121.xml"/>
  <Override ContentType="application/vnd.openxmlformats-officedocument.presentationml.slide+xml" PartName="/ppt/slides/slide122.xml"/>
  <Override ContentType="application/vnd.openxmlformats-officedocument.presentationml.slide+xml" PartName="/ppt/slides/slide123.xml"/>
  <Override ContentType="application/vnd.openxmlformats-officedocument.presentationml.slide+xml" PartName="/ppt/slides/slide124.xml"/>
  <Override ContentType="application/vnd.openxmlformats-officedocument.presentationml.slide+xml" PartName="/ppt/slides/slide125.xml"/>
  <Override ContentType="application/vnd.openxmlformats-officedocument.presentationml.slide+xml" PartName="/ppt/slides/slide126.xml"/>
  <Override ContentType="application/vnd.openxmlformats-officedocument.presentationml.slide+xml" PartName="/ppt/slides/slide127.xml"/>
  <Override ContentType="application/vnd.openxmlformats-officedocument.presentationml.slide+xml" PartName="/ppt/slides/slide128.xml"/>
  <Override ContentType="application/vnd.openxmlformats-officedocument.presentationml.slide+xml" PartName="/ppt/slides/slide129.xml"/>
  <Override ContentType="application/vnd.openxmlformats-officedocument.presentationml.slide+xml" PartName="/ppt/slides/slide130.xml"/>
  <Override ContentType="application/vnd.openxmlformats-officedocument.presentationml.slide+xml" PartName="/ppt/slides/slide131.xml"/>
  <Override ContentType="application/vnd.openxmlformats-officedocument.presentationml.slide+xml" PartName="/ppt/slides/slide132.xml"/>
  <Override ContentType="application/vnd.openxmlformats-officedocument.presentationml.slide+xml" PartName="/ppt/slides/slide133.xml"/>
  <Override ContentType="application/vnd.openxmlformats-officedocument.presentationml.slide+xml" PartName="/ppt/slides/slide134.xml"/>
  <Override ContentType="application/vnd.openxmlformats-officedocument.presentationml.slide+xml" PartName="/ppt/slides/slide135.xml"/>
  <Override ContentType="application/vnd.openxmlformats-officedocument.presentationml.slide+xml" PartName="/ppt/slides/slide136.xml"/>
  <Override ContentType="application/vnd.openxmlformats-officedocument.presentationml.slide+xml" PartName="/ppt/slides/slide137.xml"/>
  <Override ContentType="application/vnd.openxmlformats-officedocument.presentationml.slide+xml" PartName="/ppt/slides/slide138.xml"/>
  <Override ContentType="application/vnd.openxmlformats-officedocument.presentationml.slide+xml" PartName="/ppt/slides/slide139.xml"/>
  <Override ContentType="application/vnd.openxmlformats-officedocument.presentationml.slide+xml" PartName="/ppt/slides/slide140.xml"/>
  <Override ContentType="application/vnd.openxmlformats-officedocument.presentationml.slide+xml" PartName="/ppt/slides/slide141.xml"/>
  <Override ContentType="application/vnd.openxmlformats-officedocument.presentationml.slide+xml" PartName="/ppt/slides/slide142.xml"/>
  <Override ContentType="application/vnd.openxmlformats-officedocument.presentationml.slide+xml" PartName="/ppt/slides/slide14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</p:sldIdLst>
  <p:sldSz cx="18288000" cy="10287000"/>
  <p:notesSz cx="6858000" cy="9144000"/>
  <p:embeddedFontLst>
    <p:embeddedFont>
      <p:font typeface="Nanum Square" charset="1" panose="020B0600000101010101"/>
      <p:regular r:id="rId149"/>
    </p:embeddedFont>
    <p:embeddedFont>
      <p:font typeface="Nanum Square Bold" charset="1" panose="020B0600000101010101"/>
      <p:regular r:id="rId1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slides/slide112.xml" Type="http://schemas.openxmlformats.org/officeDocument/2006/relationships/slide"/><Relationship Id="rId118" Target="slides/slide113.xml" Type="http://schemas.openxmlformats.org/officeDocument/2006/relationships/slide"/><Relationship Id="rId119" Target="slides/slide114.xml" Type="http://schemas.openxmlformats.org/officeDocument/2006/relationships/slide"/><Relationship Id="rId12" Target="slides/slide7.xml" Type="http://schemas.openxmlformats.org/officeDocument/2006/relationships/slide"/><Relationship Id="rId120" Target="slides/slide115.xml" Type="http://schemas.openxmlformats.org/officeDocument/2006/relationships/slide"/><Relationship Id="rId121" Target="slides/slide116.xml" Type="http://schemas.openxmlformats.org/officeDocument/2006/relationships/slide"/><Relationship Id="rId122" Target="slides/slide117.xml" Type="http://schemas.openxmlformats.org/officeDocument/2006/relationships/slide"/><Relationship Id="rId123" Target="slides/slide118.xml" Type="http://schemas.openxmlformats.org/officeDocument/2006/relationships/slide"/><Relationship Id="rId124" Target="slides/slide119.xml" Type="http://schemas.openxmlformats.org/officeDocument/2006/relationships/slide"/><Relationship Id="rId125" Target="slides/slide120.xml" Type="http://schemas.openxmlformats.org/officeDocument/2006/relationships/slide"/><Relationship Id="rId126" Target="slides/slide121.xml" Type="http://schemas.openxmlformats.org/officeDocument/2006/relationships/slide"/><Relationship Id="rId127" Target="slides/slide122.xml" Type="http://schemas.openxmlformats.org/officeDocument/2006/relationships/slide"/><Relationship Id="rId128" Target="slides/slide123.xml" Type="http://schemas.openxmlformats.org/officeDocument/2006/relationships/slide"/><Relationship Id="rId129" Target="slides/slide124.xml" Type="http://schemas.openxmlformats.org/officeDocument/2006/relationships/slide"/><Relationship Id="rId13" Target="slides/slide8.xml" Type="http://schemas.openxmlformats.org/officeDocument/2006/relationships/slide"/><Relationship Id="rId130" Target="slides/slide125.xml" Type="http://schemas.openxmlformats.org/officeDocument/2006/relationships/slide"/><Relationship Id="rId131" Target="slides/slide126.xml" Type="http://schemas.openxmlformats.org/officeDocument/2006/relationships/slide"/><Relationship Id="rId132" Target="slides/slide127.xml" Type="http://schemas.openxmlformats.org/officeDocument/2006/relationships/slide"/><Relationship Id="rId133" Target="slides/slide128.xml" Type="http://schemas.openxmlformats.org/officeDocument/2006/relationships/slide"/><Relationship Id="rId134" Target="slides/slide129.xml" Type="http://schemas.openxmlformats.org/officeDocument/2006/relationships/slide"/><Relationship Id="rId135" Target="slides/slide130.xml" Type="http://schemas.openxmlformats.org/officeDocument/2006/relationships/slide"/><Relationship Id="rId136" Target="slides/slide131.xml" Type="http://schemas.openxmlformats.org/officeDocument/2006/relationships/slide"/><Relationship Id="rId137" Target="slides/slide132.xml" Type="http://schemas.openxmlformats.org/officeDocument/2006/relationships/slide"/><Relationship Id="rId138" Target="slides/slide133.xml" Type="http://schemas.openxmlformats.org/officeDocument/2006/relationships/slide"/><Relationship Id="rId139" Target="slides/slide134.xml" Type="http://schemas.openxmlformats.org/officeDocument/2006/relationships/slide"/><Relationship Id="rId14" Target="slides/slide9.xml" Type="http://schemas.openxmlformats.org/officeDocument/2006/relationships/slide"/><Relationship Id="rId140" Target="slides/slide135.xml" Type="http://schemas.openxmlformats.org/officeDocument/2006/relationships/slide"/><Relationship Id="rId141" Target="slides/slide136.xml" Type="http://schemas.openxmlformats.org/officeDocument/2006/relationships/slide"/><Relationship Id="rId142" Target="slides/slide137.xml" Type="http://schemas.openxmlformats.org/officeDocument/2006/relationships/slide"/><Relationship Id="rId143" Target="slides/slide138.xml" Type="http://schemas.openxmlformats.org/officeDocument/2006/relationships/slide"/><Relationship Id="rId144" Target="slides/slide139.xml" Type="http://schemas.openxmlformats.org/officeDocument/2006/relationships/slide"/><Relationship Id="rId145" Target="slides/slide140.xml" Type="http://schemas.openxmlformats.org/officeDocument/2006/relationships/slide"/><Relationship Id="rId146" Target="slides/slide141.xml" Type="http://schemas.openxmlformats.org/officeDocument/2006/relationships/slide"/><Relationship Id="rId147" Target="slides/slide142.xml" Type="http://schemas.openxmlformats.org/officeDocument/2006/relationships/slide"/><Relationship Id="rId148" Target="slides/slide143.xml" Type="http://schemas.openxmlformats.org/officeDocument/2006/relationships/slide"/><Relationship Id="rId149" Target="fonts/font149.fntdata" Type="http://schemas.openxmlformats.org/officeDocument/2006/relationships/font"/><Relationship Id="rId15" Target="slides/slide10.xml" Type="http://schemas.openxmlformats.org/officeDocument/2006/relationships/slide"/><Relationship Id="rId150" Target="fonts/font150.fntdata" Type="http://schemas.openxmlformats.org/officeDocument/2006/relationships/font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5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8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0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3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4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5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7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8.png" Type="http://schemas.openxmlformats.org/officeDocument/2006/relationships/image"/><Relationship Id="rId7" Target="../media/image56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9.png" Type="http://schemas.openxmlformats.org/officeDocument/2006/relationships/image"/><Relationship Id="rId7" Target="../media/image57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0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0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1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1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2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2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3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4.pn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5.pn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6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7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8.pn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8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9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0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0.pn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0.pn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1.pn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3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4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5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6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7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8.pn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8.pn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9.pn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0.pn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1.pn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2.pn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3.pn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4.pn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5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5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6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6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7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8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9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0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1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1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3.png" Type="http://schemas.openxmlformats.org/officeDocument/2006/relationships/image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3.png" Type="http://schemas.openxmlformats.org/officeDocument/2006/relationships/image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4.png" Type="http://schemas.openxmlformats.org/officeDocument/2006/relationships/image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5.png" Type="http://schemas.openxmlformats.org/officeDocument/2006/relationships/image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7.png" Type="http://schemas.openxmlformats.org/officeDocument/2006/relationships/image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8.png" Type="http://schemas.openxmlformats.org/officeDocument/2006/relationships/image"/></Relationships>
</file>

<file path=ppt/slides/_rels/slide1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9.png" Type="http://schemas.openxmlformats.org/officeDocument/2006/relationships/image"/></Relationships>
</file>

<file path=ppt/slides/_rels/slide1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9.png" Type="http://schemas.openxmlformats.org/officeDocument/2006/relationships/image"/></Relationships>
</file>

<file path=ppt/slides/_rels/slide1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0.png" Type="http://schemas.openxmlformats.org/officeDocument/2006/relationships/image"/></Relationships>
</file>

<file path=ppt/slides/_rels/slide1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1.png" Type="http://schemas.openxmlformats.org/officeDocument/2006/relationships/image"/></Relationships>
</file>

<file path=ppt/slides/_rels/slide1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2.png" Type="http://schemas.openxmlformats.org/officeDocument/2006/relationships/image"/></Relationships>
</file>

<file path=ppt/slides/_rels/slide1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3.png" Type="http://schemas.openxmlformats.org/officeDocument/2006/relationships/image"/></Relationships>
</file>

<file path=ppt/slides/_rels/slide1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4.png" Type="http://schemas.openxmlformats.org/officeDocument/2006/relationships/image"/><Relationship Id="rId7" Target="../media/image105.png" Type="http://schemas.openxmlformats.org/officeDocument/2006/relationships/image"/></Relationships>
</file>

<file path=ppt/slides/_rels/slide1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3.png" Type="http://schemas.openxmlformats.org/officeDocument/2006/relationships/image"/><Relationship Id="rId7" Target="../media/image106.png" Type="http://schemas.openxmlformats.org/officeDocument/2006/relationships/image"/><Relationship Id="rId8" Target="../media/image107.svg" Type="http://schemas.openxmlformats.org/officeDocument/2006/relationships/image"/></Relationships>
</file>

<file path=ppt/slides/_rels/slide1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3.png" Type="http://schemas.openxmlformats.org/officeDocument/2006/relationships/image"/></Relationships>
</file>

<file path=ppt/slides/_rels/slide1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8.png" Type="http://schemas.openxmlformats.org/officeDocument/2006/relationships/image"/></Relationships>
</file>

<file path=ppt/slides/_rels/slide1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8.png" Type="http://schemas.openxmlformats.org/officeDocument/2006/relationships/image"/></Relationships>
</file>

<file path=ppt/slides/_rels/slide1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9.png" Type="http://schemas.openxmlformats.org/officeDocument/2006/relationships/image"/></Relationships>
</file>

<file path=ppt/slides/_rels/slide1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0.png" Type="http://schemas.openxmlformats.org/officeDocument/2006/relationships/image"/></Relationships>
</file>

<file path=ppt/slides/_rels/slide1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1.png" Type="http://schemas.openxmlformats.org/officeDocument/2006/relationships/image"/></Relationships>
</file>

<file path=ppt/slides/_rels/slide1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2.png" Type="http://schemas.openxmlformats.org/officeDocument/2006/relationships/image"/></Relationships>
</file>

<file path=ppt/slides/_rels/slide1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3.png" Type="http://schemas.openxmlformats.org/officeDocument/2006/relationships/image"/></Relationships>
</file>

<file path=ppt/slides/_rels/slide1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4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5.png" Type="http://schemas.openxmlformats.org/officeDocument/2006/relationships/image"/></Relationships>
</file>

<file path=ppt/slides/_rels/slide1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6.png" Type="http://schemas.openxmlformats.org/officeDocument/2006/relationships/image"/></Relationships>
</file>

<file path=ppt/slides/_rels/slide1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7.png" Type="http://schemas.openxmlformats.org/officeDocument/2006/relationships/image"/></Relationships>
</file>

<file path=ppt/slides/_rels/slide1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7.png" Type="http://schemas.openxmlformats.org/officeDocument/2006/relationships/image"/></Relationships>
</file>

<file path=ppt/slides/_rels/slide1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8.png" Type="http://schemas.openxmlformats.org/officeDocument/2006/relationships/image"/></Relationships>
</file>

<file path=ppt/slides/_rels/slide1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9.png" Type="http://schemas.openxmlformats.org/officeDocument/2006/relationships/image"/></Relationships>
</file>

<file path=ppt/slides/_rels/slide1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0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1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006053" y="5493860"/>
            <a:ext cx="8275894" cy="136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5"/>
              </a:lnSpc>
            </a:pPr>
            <a:r>
              <a:rPr lang="en-US" sz="7796" spc="-163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- 심화 -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47037" y="3610910"/>
            <a:ext cx="8993926" cy="206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40"/>
              </a:lnSpc>
            </a:pPr>
            <a:r>
              <a:rPr lang="en-US" sz="11743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GitHub 특강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39145" y="8850757"/>
            <a:ext cx="2842313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-42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컴퓨터공학과  박준영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521327" y="1807184"/>
            <a:ext cx="5245361" cy="5245361"/>
          </a:xfrm>
          <a:custGeom>
            <a:avLst/>
            <a:gdLst/>
            <a:ahLst/>
            <a:cxnLst/>
            <a:rect r="r" b="b" t="t" l="l"/>
            <a:pathLst>
              <a:path h="5245361" w="5245361">
                <a:moveTo>
                  <a:pt x="0" y="0"/>
                </a:moveTo>
                <a:lnTo>
                  <a:pt x="5245361" y="0"/>
                </a:lnTo>
                <a:lnTo>
                  <a:pt x="5245361" y="5245362"/>
                </a:lnTo>
                <a:lnTo>
                  <a:pt x="0" y="52453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952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7001698" y="7570675"/>
            <a:ext cx="4284620" cy="952500"/>
            <a:chOff x="0" y="0"/>
            <a:chExt cx="1128460" cy="2508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8460" cy="250864"/>
            </a:xfrm>
            <a:custGeom>
              <a:avLst/>
              <a:gdLst/>
              <a:ahLst/>
              <a:cxnLst/>
              <a:rect r="r" b="b" t="t" l="l"/>
              <a:pathLst>
                <a:path h="250864" w="1128460">
                  <a:moveTo>
                    <a:pt x="125432" y="0"/>
                  </a:moveTo>
                  <a:lnTo>
                    <a:pt x="1003027" y="0"/>
                  </a:lnTo>
                  <a:cubicBezTo>
                    <a:pt x="1072302" y="0"/>
                    <a:pt x="1128460" y="56158"/>
                    <a:pt x="1128460" y="125432"/>
                  </a:cubicBezTo>
                  <a:lnTo>
                    <a:pt x="1128460" y="125432"/>
                  </a:lnTo>
                  <a:cubicBezTo>
                    <a:pt x="1128460" y="194706"/>
                    <a:pt x="1072302" y="250864"/>
                    <a:pt x="1003027" y="250864"/>
                  </a:cubicBezTo>
                  <a:lnTo>
                    <a:pt x="125432" y="250864"/>
                  </a:lnTo>
                  <a:cubicBezTo>
                    <a:pt x="56158" y="250864"/>
                    <a:pt x="0" y="194706"/>
                    <a:pt x="0" y="125432"/>
                  </a:cubicBezTo>
                  <a:lnTo>
                    <a:pt x="0" y="125432"/>
                  </a:lnTo>
                  <a:cubicBezTo>
                    <a:pt x="0" y="56158"/>
                    <a:pt x="56158" y="0"/>
                    <a:pt x="125432" y="0"/>
                  </a:cubicBezTo>
                  <a:close/>
                </a:path>
              </a:pathLst>
            </a:custGeom>
            <a:solidFill>
              <a:srgbClr val="DDE6E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128460" cy="308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001683" y="7739902"/>
            <a:ext cx="4284635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강의 자료 다운로드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818942" y="1721233"/>
            <a:ext cx="6650116" cy="140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목표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857750" y="5716779"/>
            <a:ext cx="9522087" cy="952500"/>
            <a:chOff x="0" y="0"/>
            <a:chExt cx="12696116" cy="127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696116" cy="1270000"/>
              <a:chOff x="0" y="0"/>
              <a:chExt cx="2507875" cy="25086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50787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2507875">
                    <a:moveTo>
                      <a:pt x="81305" y="0"/>
                    </a:moveTo>
                    <a:lnTo>
                      <a:pt x="2426570" y="0"/>
                    </a:lnTo>
                    <a:cubicBezTo>
                      <a:pt x="2471473" y="0"/>
                      <a:pt x="2507875" y="36401"/>
                      <a:pt x="2507875" y="81305"/>
                    </a:cubicBezTo>
                    <a:lnTo>
                      <a:pt x="2507875" y="169559"/>
                    </a:lnTo>
                    <a:cubicBezTo>
                      <a:pt x="2507875" y="191123"/>
                      <a:pt x="2499309" y="211803"/>
                      <a:pt x="2484061" y="227051"/>
                    </a:cubicBezTo>
                    <a:cubicBezTo>
                      <a:pt x="2468814" y="242298"/>
                      <a:pt x="2448133" y="250864"/>
                      <a:pt x="2426570" y="250864"/>
                    </a:cubicBezTo>
                    <a:lnTo>
                      <a:pt x="81305" y="250864"/>
                    </a:lnTo>
                    <a:cubicBezTo>
                      <a:pt x="59741" y="250864"/>
                      <a:pt x="39061" y="242298"/>
                      <a:pt x="23814" y="227051"/>
                    </a:cubicBezTo>
                    <a:cubicBezTo>
                      <a:pt x="8566" y="211803"/>
                      <a:pt x="0" y="191123"/>
                      <a:pt x="0" y="169559"/>
                    </a:cubicBezTo>
                    <a:lnTo>
                      <a:pt x="0" y="81305"/>
                    </a:lnTo>
                    <a:cubicBezTo>
                      <a:pt x="0" y="59741"/>
                      <a:pt x="8566" y="39061"/>
                      <a:pt x="23814" y="23814"/>
                    </a:cubicBezTo>
                    <a:cubicBezTo>
                      <a:pt x="39061" y="8566"/>
                      <a:pt x="59741" y="0"/>
                      <a:pt x="813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2507875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61462" y="-78315"/>
              <a:ext cx="12573192" cy="1178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20"/>
                </a:lnSpc>
              </a:pPr>
              <a:r>
                <a:rPr lang="en-US" sz="4600" b="true">
                  <a:solidFill>
                    <a:srgbClr val="526D8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중/소규모 프로젝트를 효율적이고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0630" y="3127757"/>
            <a:ext cx="254089" cy="6130543"/>
            <a:chOff x="0" y="0"/>
            <a:chExt cx="66920" cy="16146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920" cy="1614629"/>
            </a:xfrm>
            <a:custGeom>
              <a:avLst/>
              <a:gdLst/>
              <a:ahLst/>
              <a:cxnLst/>
              <a:rect r="r" b="b" t="t" l="l"/>
              <a:pathLst>
                <a:path h="1614629" w="66920">
                  <a:moveTo>
                    <a:pt x="0" y="0"/>
                  </a:moveTo>
                  <a:lnTo>
                    <a:pt x="66920" y="0"/>
                  </a:lnTo>
                  <a:lnTo>
                    <a:pt x="66920" y="1614629"/>
                  </a:lnTo>
                  <a:lnTo>
                    <a:pt x="0" y="1614629"/>
                  </a:lnTo>
                  <a:close/>
                </a:path>
              </a:pathLst>
            </a:custGeom>
            <a:solidFill>
              <a:srgbClr val="3C547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66920" cy="167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857750" y="4383279"/>
            <a:ext cx="9522087" cy="952500"/>
            <a:chOff x="0" y="0"/>
            <a:chExt cx="12696116" cy="12700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2696116" cy="1270000"/>
              <a:chOff x="0" y="0"/>
              <a:chExt cx="2507875" cy="25086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50787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2507875">
                    <a:moveTo>
                      <a:pt x="81305" y="0"/>
                    </a:moveTo>
                    <a:lnTo>
                      <a:pt x="2426570" y="0"/>
                    </a:lnTo>
                    <a:cubicBezTo>
                      <a:pt x="2471473" y="0"/>
                      <a:pt x="2507875" y="36401"/>
                      <a:pt x="2507875" y="81305"/>
                    </a:cubicBezTo>
                    <a:lnTo>
                      <a:pt x="2507875" y="169559"/>
                    </a:lnTo>
                    <a:cubicBezTo>
                      <a:pt x="2507875" y="191123"/>
                      <a:pt x="2499309" y="211803"/>
                      <a:pt x="2484061" y="227051"/>
                    </a:cubicBezTo>
                    <a:cubicBezTo>
                      <a:pt x="2468814" y="242298"/>
                      <a:pt x="2448133" y="250864"/>
                      <a:pt x="2426570" y="250864"/>
                    </a:cubicBezTo>
                    <a:lnTo>
                      <a:pt x="81305" y="250864"/>
                    </a:lnTo>
                    <a:cubicBezTo>
                      <a:pt x="59741" y="250864"/>
                      <a:pt x="39061" y="242298"/>
                      <a:pt x="23814" y="227051"/>
                    </a:cubicBezTo>
                    <a:cubicBezTo>
                      <a:pt x="8566" y="211803"/>
                      <a:pt x="0" y="191123"/>
                      <a:pt x="0" y="169559"/>
                    </a:cubicBezTo>
                    <a:lnTo>
                      <a:pt x="0" y="81305"/>
                    </a:lnTo>
                    <a:cubicBezTo>
                      <a:pt x="0" y="59741"/>
                      <a:pt x="8566" y="39061"/>
                      <a:pt x="23814" y="23814"/>
                    </a:cubicBezTo>
                    <a:cubicBezTo>
                      <a:pt x="39061" y="8566"/>
                      <a:pt x="59741" y="0"/>
                      <a:pt x="813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2507875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61462" y="-78315"/>
              <a:ext cx="12573192" cy="1178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20"/>
                </a:lnSpc>
              </a:pPr>
              <a:r>
                <a:rPr lang="en-US" sz="4600" b="true">
                  <a:solidFill>
                    <a:srgbClr val="526D8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자동화와 보안 기능을 활용하여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57750" y="7050279"/>
            <a:ext cx="9522087" cy="952500"/>
            <a:chOff x="0" y="0"/>
            <a:chExt cx="12696116" cy="12700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2696116" cy="1270000"/>
              <a:chOff x="0" y="0"/>
              <a:chExt cx="2507875" cy="25086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507875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2507875">
                    <a:moveTo>
                      <a:pt x="81305" y="0"/>
                    </a:moveTo>
                    <a:lnTo>
                      <a:pt x="2426570" y="0"/>
                    </a:lnTo>
                    <a:cubicBezTo>
                      <a:pt x="2471473" y="0"/>
                      <a:pt x="2507875" y="36401"/>
                      <a:pt x="2507875" y="81305"/>
                    </a:cubicBezTo>
                    <a:lnTo>
                      <a:pt x="2507875" y="169559"/>
                    </a:lnTo>
                    <a:cubicBezTo>
                      <a:pt x="2507875" y="191123"/>
                      <a:pt x="2499309" y="211803"/>
                      <a:pt x="2484061" y="227051"/>
                    </a:cubicBezTo>
                    <a:cubicBezTo>
                      <a:pt x="2468814" y="242298"/>
                      <a:pt x="2448133" y="250864"/>
                      <a:pt x="2426570" y="250864"/>
                    </a:cubicBezTo>
                    <a:lnTo>
                      <a:pt x="81305" y="250864"/>
                    </a:lnTo>
                    <a:cubicBezTo>
                      <a:pt x="59741" y="250864"/>
                      <a:pt x="39061" y="242298"/>
                      <a:pt x="23814" y="227051"/>
                    </a:cubicBezTo>
                    <a:cubicBezTo>
                      <a:pt x="8566" y="211803"/>
                      <a:pt x="0" y="191123"/>
                      <a:pt x="0" y="169559"/>
                    </a:cubicBezTo>
                    <a:lnTo>
                      <a:pt x="0" y="81305"/>
                    </a:lnTo>
                    <a:cubicBezTo>
                      <a:pt x="0" y="59741"/>
                      <a:pt x="8566" y="39061"/>
                      <a:pt x="23814" y="23814"/>
                    </a:cubicBezTo>
                    <a:cubicBezTo>
                      <a:pt x="39061" y="8566"/>
                      <a:pt x="59741" y="0"/>
                      <a:pt x="813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2507875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61462" y="-78315"/>
              <a:ext cx="12573192" cy="1178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20"/>
                </a:lnSpc>
              </a:pPr>
              <a:r>
                <a:rPr lang="en-US" sz="4600" b="true">
                  <a:solidFill>
                    <a:srgbClr val="526D8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안전하게 관리할 수 있다.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80630" y="3127757"/>
            <a:ext cx="254089" cy="6130543"/>
            <a:chOff x="0" y="0"/>
            <a:chExt cx="66920" cy="16146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920" cy="1614629"/>
            </a:xfrm>
            <a:custGeom>
              <a:avLst/>
              <a:gdLst/>
              <a:ahLst/>
              <a:cxnLst/>
              <a:rect r="r" b="b" t="t" l="l"/>
              <a:pathLst>
                <a:path h="1614629" w="66920">
                  <a:moveTo>
                    <a:pt x="0" y="0"/>
                  </a:moveTo>
                  <a:lnTo>
                    <a:pt x="66920" y="0"/>
                  </a:lnTo>
                  <a:lnTo>
                    <a:pt x="66920" y="1614629"/>
                  </a:lnTo>
                  <a:lnTo>
                    <a:pt x="0" y="1614629"/>
                  </a:lnTo>
                  <a:close/>
                </a:path>
              </a:pathLst>
            </a:custGeom>
            <a:solidFill>
              <a:srgbClr val="3C5477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66920" cy="1671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265934" y="6247131"/>
            <a:ext cx="1428627" cy="1428627"/>
          </a:xfrm>
          <a:custGeom>
            <a:avLst/>
            <a:gdLst/>
            <a:ahLst/>
            <a:cxnLst/>
            <a:rect r="r" b="b" t="t" l="l"/>
            <a:pathLst>
              <a:path h="1428627" w="1428627">
                <a:moveTo>
                  <a:pt x="0" y="0"/>
                </a:moveTo>
                <a:lnTo>
                  <a:pt x="1428627" y="0"/>
                </a:lnTo>
                <a:lnTo>
                  <a:pt x="1428627" y="1428627"/>
                </a:lnTo>
                <a:lnTo>
                  <a:pt x="0" y="14286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342651" y="6225452"/>
            <a:ext cx="1428627" cy="1428627"/>
          </a:xfrm>
          <a:custGeom>
            <a:avLst/>
            <a:gdLst/>
            <a:ahLst/>
            <a:cxnLst/>
            <a:rect r="r" b="b" t="t" l="l"/>
            <a:pathLst>
              <a:path h="1428627" w="1428627">
                <a:moveTo>
                  <a:pt x="0" y="0"/>
                </a:moveTo>
                <a:lnTo>
                  <a:pt x="1428627" y="0"/>
                </a:lnTo>
                <a:lnTo>
                  <a:pt x="1428627" y="1428627"/>
                </a:lnTo>
                <a:lnTo>
                  <a:pt x="0" y="14286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921354" y="1721233"/>
            <a:ext cx="8445293" cy="140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프로젝트 내 문제점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995073" y="4684349"/>
            <a:ext cx="3970349" cy="1346778"/>
            <a:chOff x="0" y="0"/>
            <a:chExt cx="5293799" cy="179570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293799" cy="1270000"/>
              <a:chOff x="0" y="0"/>
              <a:chExt cx="1045689" cy="25086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45689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045689">
                    <a:moveTo>
                      <a:pt x="125432" y="0"/>
                    </a:moveTo>
                    <a:lnTo>
                      <a:pt x="920257" y="0"/>
                    </a:lnTo>
                    <a:cubicBezTo>
                      <a:pt x="989531" y="0"/>
                      <a:pt x="1045689" y="56158"/>
                      <a:pt x="1045689" y="125432"/>
                    </a:cubicBezTo>
                    <a:lnTo>
                      <a:pt x="1045689" y="125432"/>
                    </a:lnTo>
                    <a:cubicBezTo>
                      <a:pt x="1045689" y="194706"/>
                      <a:pt x="989531" y="250864"/>
                      <a:pt x="920257" y="250864"/>
                    </a:cubicBezTo>
                    <a:lnTo>
                      <a:pt x="125432" y="250864"/>
                    </a:lnTo>
                    <a:cubicBezTo>
                      <a:pt x="56158" y="250864"/>
                      <a:pt x="0" y="194706"/>
                      <a:pt x="0" y="125432"/>
                    </a:cubicBezTo>
                    <a:lnTo>
                      <a:pt x="0" y="125432"/>
                    </a:lnTo>
                    <a:cubicBezTo>
                      <a:pt x="0" y="56158"/>
                      <a:pt x="56158" y="0"/>
                      <a:pt x="1254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1045689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10793742">
              <a:off x="2227720" y="1258063"/>
              <a:ext cx="838358" cy="536878"/>
              <a:chOff x="0" y="0"/>
              <a:chExt cx="517466" cy="33138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17466" cy="331381"/>
              </a:xfrm>
              <a:custGeom>
                <a:avLst/>
                <a:gdLst/>
                <a:ahLst/>
                <a:cxnLst/>
                <a:rect r="r" b="b" t="t" l="l"/>
                <a:pathLst>
                  <a:path h="331381" w="517466">
                    <a:moveTo>
                      <a:pt x="258733" y="0"/>
                    </a:moveTo>
                    <a:lnTo>
                      <a:pt x="517466" y="331381"/>
                    </a:lnTo>
                    <a:lnTo>
                      <a:pt x="0" y="331381"/>
                    </a:lnTo>
                    <a:lnTo>
                      <a:pt x="258733" y="0"/>
                    </a:ln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80854" y="106231"/>
                <a:ext cx="355758" cy="2014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92995" y="184785"/>
              <a:ext cx="4507809" cy="814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git push --force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25777" y="4684349"/>
            <a:ext cx="4662377" cy="1346778"/>
            <a:chOff x="0" y="0"/>
            <a:chExt cx="6216502" cy="1795703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6216502" cy="1270000"/>
              <a:chOff x="0" y="0"/>
              <a:chExt cx="1227951" cy="25086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227951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227951">
                    <a:moveTo>
                      <a:pt x="125432" y="0"/>
                    </a:moveTo>
                    <a:lnTo>
                      <a:pt x="1102519" y="0"/>
                    </a:lnTo>
                    <a:cubicBezTo>
                      <a:pt x="1171793" y="0"/>
                      <a:pt x="1227951" y="56158"/>
                      <a:pt x="1227951" y="125432"/>
                    </a:cubicBezTo>
                    <a:lnTo>
                      <a:pt x="1227951" y="125432"/>
                    </a:lnTo>
                    <a:cubicBezTo>
                      <a:pt x="1227951" y="194706"/>
                      <a:pt x="1171793" y="250864"/>
                      <a:pt x="1102519" y="250864"/>
                    </a:cubicBezTo>
                    <a:lnTo>
                      <a:pt x="125432" y="250864"/>
                    </a:lnTo>
                    <a:cubicBezTo>
                      <a:pt x="56158" y="250864"/>
                      <a:pt x="0" y="194706"/>
                      <a:pt x="0" y="125432"/>
                    </a:cubicBezTo>
                    <a:lnTo>
                      <a:pt x="0" y="125432"/>
                    </a:lnTo>
                    <a:cubicBezTo>
                      <a:pt x="0" y="56158"/>
                      <a:pt x="56158" y="0"/>
                      <a:pt x="1254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1227951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10793742">
              <a:off x="2689072" y="1258063"/>
              <a:ext cx="838358" cy="536878"/>
              <a:chOff x="0" y="0"/>
              <a:chExt cx="517466" cy="33138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17466" cy="331381"/>
              </a:xfrm>
              <a:custGeom>
                <a:avLst/>
                <a:gdLst/>
                <a:ahLst/>
                <a:cxnLst/>
                <a:rect r="r" b="b" t="t" l="l"/>
                <a:pathLst>
                  <a:path h="331381" w="517466">
                    <a:moveTo>
                      <a:pt x="258733" y="0"/>
                    </a:moveTo>
                    <a:lnTo>
                      <a:pt x="517466" y="331381"/>
                    </a:lnTo>
                    <a:lnTo>
                      <a:pt x="0" y="331381"/>
                    </a:lnTo>
                    <a:lnTo>
                      <a:pt x="258733" y="0"/>
                    </a:ln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80854" y="106231"/>
                <a:ext cx="355758" cy="2014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334223" y="184785"/>
              <a:ext cx="5464686" cy="814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내일이 마감이에요??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150153" y="4210182"/>
            <a:ext cx="4098515" cy="3607553"/>
            <a:chOff x="0" y="0"/>
            <a:chExt cx="5464686" cy="48100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530818" y="2526630"/>
              <a:ext cx="2283441" cy="2283441"/>
            </a:xfrm>
            <a:custGeom>
              <a:avLst/>
              <a:gdLst/>
              <a:ahLst/>
              <a:cxnLst/>
              <a:rect r="r" b="b" t="t" l="l"/>
              <a:pathLst>
                <a:path h="2283441" w="2283441">
                  <a:moveTo>
                    <a:pt x="0" y="0"/>
                  </a:moveTo>
                  <a:lnTo>
                    <a:pt x="2283441" y="0"/>
                  </a:lnTo>
                  <a:lnTo>
                    <a:pt x="2283441" y="2283441"/>
                  </a:lnTo>
                  <a:lnTo>
                    <a:pt x="0" y="2283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4" id="44"/>
            <p:cNvGrpSpPr/>
            <p:nvPr/>
          </p:nvGrpSpPr>
          <p:grpSpPr>
            <a:xfrm rot="0">
              <a:off x="0" y="0"/>
              <a:ext cx="5464686" cy="1902223"/>
              <a:chOff x="0" y="0"/>
              <a:chExt cx="1079444" cy="375748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079444" cy="375748"/>
              </a:xfrm>
              <a:custGeom>
                <a:avLst/>
                <a:gdLst/>
                <a:ahLst/>
                <a:cxnLst/>
                <a:rect r="r" b="b" t="t" l="l"/>
                <a:pathLst>
                  <a:path h="375748" w="1079444">
                    <a:moveTo>
                      <a:pt x="94448" y="0"/>
                    </a:moveTo>
                    <a:lnTo>
                      <a:pt x="984996" y="0"/>
                    </a:lnTo>
                    <a:cubicBezTo>
                      <a:pt x="1010045" y="0"/>
                      <a:pt x="1034069" y="9951"/>
                      <a:pt x="1051781" y="27663"/>
                    </a:cubicBezTo>
                    <a:cubicBezTo>
                      <a:pt x="1069493" y="45376"/>
                      <a:pt x="1079444" y="69399"/>
                      <a:pt x="1079444" y="94448"/>
                    </a:cubicBezTo>
                    <a:lnTo>
                      <a:pt x="1079444" y="281300"/>
                    </a:lnTo>
                    <a:cubicBezTo>
                      <a:pt x="1079444" y="333462"/>
                      <a:pt x="1037158" y="375748"/>
                      <a:pt x="984996" y="375748"/>
                    </a:cubicBezTo>
                    <a:lnTo>
                      <a:pt x="94448" y="375748"/>
                    </a:lnTo>
                    <a:cubicBezTo>
                      <a:pt x="69399" y="375748"/>
                      <a:pt x="45376" y="365797"/>
                      <a:pt x="27663" y="348085"/>
                    </a:cubicBezTo>
                    <a:cubicBezTo>
                      <a:pt x="9951" y="330372"/>
                      <a:pt x="0" y="306349"/>
                      <a:pt x="0" y="281300"/>
                    </a:cubicBezTo>
                    <a:lnTo>
                      <a:pt x="0" y="94448"/>
                    </a:lnTo>
                    <a:cubicBezTo>
                      <a:pt x="0" y="69399"/>
                      <a:pt x="9951" y="45376"/>
                      <a:pt x="27663" y="27663"/>
                    </a:cubicBezTo>
                    <a:cubicBezTo>
                      <a:pt x="45376" y="9951"/>
                      <a:pt x="69399" y="0"/>
                      <a:pt x="9444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1079444" cy="4328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10793742">
              <a:off x="2313164" y="1890285"/>
              <a:ext cx="838358" cy="536878"/>
              <a:chOff x="0" y="0"/>
              <a:chExt cx="517466" cy="33138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17466" cy="331381"/>
              </a:xfrm>
              <a:custGeom>
                <a:avLst/>
                <a:gdLst/>
                <a:ahLst/>
                <a:cxnLst/>
                <a:rect r="r" b="b" t="t" l="l"/>
                <a:pathLst>
                  <a:path h="331381" w="517466">
                    <a:moveTo>
                      <a:pt x="258733" y="0"/>
                    </a:moveTo>
                    <a:lnTo>
                      <a:pt x="517466" y="331381"/>
                    </a:lnTo>
                    <a:lnTo>
                      <a:pt x="0" y="331381"/>
                    </a:lnTo>
                    <a:lnTo>
                      <a:pt x="258733" y="0"/>
                    </a:ln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80854" y="106231"/>
                <a:ext cx="355758" cy="2014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0" y="71518"/>
              <a:ext cx="5464686" cy="1665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API 키 그냥</a:t>
              </a:r>
            </a:p>
            <a:p>
              <a:pPr algn="ctr">
                <a:lnSpc>
                  <a:spcPts val="5039"/>
                </a:lnSpc>
              </a:pPr>
              <a:r>
                <a:rPr lang="en-US" sz="3599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적고 커밋했는데요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390565" y="1714500"/>
            <a:ext cx="3481325" cy="140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목차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741555" y="4361179"/>
            <a:ext cx="10804890" cy="3445505"/>
            <a:chOff x="0" y="0"/>
            <a:chExt cx="14406520" cy="459400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7440891" y="63"/>
              <a:ext cx="1091613" cy="938105"/>
              <a:chOff x="0" y="0"/>
              <a:chExt cx="812800" cy="698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C5477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14300" y="-66675"/>
                <a:ext cx="5842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  <a:spcBef>
                    <a:spcPct val="0"/>
                  </a:spcBef>
                </a:pPr>
                <a:r>
                  <a:rPr lang="en-US" b="true" sz="2600">
                    <a:solidFill>
                      <a:srgbClr val="3C5477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04</a:t>
                </a: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8824604" y="127041"/>
              <a:ext cx="5581916" cy="607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673" b="true">
                  <a:solidFill>
                    <a:srgbClr val="526D8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Actions로 자동화하기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0"/>
              <a:ext cx="1091613" cy="938105"/>
              <a:chOff x="0" y="0"/>
              <a:chExt cx="812800" cy="698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14300" y="-66675"/>
                <a:ext cx="5842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  <a:spcBef>
                    <a:spcPct val="0"/>
                  </a:spcBef>
                </a:pPr>
                <a:r>
                  <a:rPr lang="en-US" b="true" sz="2600">
                    <a:solidFill>
                      <a:srgbClr val="3C5477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01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1827168"/>
              <a:ext cx="1091613" cy="938105"/>
              <a:chOff x="0" y="0"/>
              <a:chExt cx="812800" cy="698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C5477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14300" y="-66675"/>
                <a:ext cx="5842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  <a:spcBef>
                    <a:spcPct val="0"/>
                  </a:spcBef>
                </a:pPr>
                <a:r>
                  <a:rPr lang="en-US" b="true" sz="2600">
                    <a:solidFill>
                      <a:srgbClr val="3C5477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02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390324" y="126978"/>
              <a:ext cx="5584627" cy="607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673" b="true">
                  <a:solidFill>
                    <a:srgbClr val="526D8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Branch 안전하게 보호하기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390324" y="1954146"/>
              <a:ext cx="5584627" cy="607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673" b="true">
                  <a:solidFill>
                    <a:srgbClr val="526D8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Issue 와 Milestone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9321" y="3653732"/>
              <a:ext cx="1091613" cy="938105"/>
              <a:chOff x="0" y="0"/>
              <a:chExt cx="812800" cy="6985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C5477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14300" y="-66675"/>
                <a:ext cx="5842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  <a:spcBef>
                    <a:spcPct val="0"/>
                  </a:spcBef>
                </a:pPr>
                <a:r>
                  <a:rPr lang="en-US" b="true" sz="2600">
                    <a:solidFill>
                      <a:srgbClr val="3C5477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03</a:t>
                </a: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397880" y="3778582"/>
              <a:ext cx="5577071" cy="607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673" b="true">
                  <a:solidFill>
                    <a:srgbClr val="526D8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DependaBot과 CodeQL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7440891" y="3655901"/>
              <a:ext cx="1091613" cy="938105"/>
              <a:chOff x="0" y="0"/>
              <a:chExt cx="812800" cy="6985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C5477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14300" y="-66675"/>
                <a:ext cx="5842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  <a:spcBef>
                    <a:spcPct val="0"/>
                  </a:spcBef>
                </a:pPr>
                <a:r>
                  <a:rPr lang="en-US" b="true" sz="2600">
                    <a:solidFill>
                      <a:srgbClr val="3C5477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06</a:t>
                </a: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8824604" y="3782879"/>
              <a:ext cx="5581916" cy="607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673" b="true">
                  <a:solidFill>
                    <a:srgbClr val="526D8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Q&amp;A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7440891" y="1829338"/>
              <a:ext cx="1091613" cy="938105"/>
              <a:chOff x="0" y="0"/>
              <a:chExt cx="812800" cy="6985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C5477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14300" y="-66675"/>
                <a:ext cx="584200" cy="765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  <a:spcBef>
                    <a:spcPct val="0"/>
                  </a:spcBef>
                </a:pPr>
                <a:r>
                  <a:rPr lang="en-US" b="true" sz="2600">
                    <a:solidFill>
                      <a:srgbClr val="3C5477"/>
                    </a:solidFill>
                    <a:latin typeface="Nanum Square Bold"/>
                    <a:ea typeface="Nanum Square Bold"/>
                    <a:cs typeface="Nanum Square Bold"/>
                    <a:sym typeface="Nanum Square Bold"/>
                  </a:rPr>
                  <a:t>05</a:t>
                </a: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8829449" y="1954187"/>
              <a:ext cx="5577071" cy="607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673" b="true">
                  <a:solidFill>
                    <a:srgbClr val="526D8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Secrets로 안전하게 보호하기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3C54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5299075"/>
            <a:ext cx="1828800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Branch 안전하게 보호하기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06053" y="2898775"/>
            <a:ext cx="827589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b="true">
                <a:solidFill>
                  <a:srgbClr val="F5F8FA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9144000" y="1028700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9163050" y="7548543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8457686" y="7416100"/>
            <a:ext cx="7517323" cy="952500"/>
            <a:chOff x="0" y="0"/>
            <a:chExt cx="10023098" cy="127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35" y="0"/>
              <a:ext cx="10023062" cy="1270000"/>
              <a:chOff x="0" y="0"/>
              <a:chExt cx="1979864" cy="25086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79864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979864">
                    <a:moveTo>
                      <a:pt x="102988" y="0"/>
                    </a:moveTo>
                    <a:lnTo>
                      <a:pt x="1876876" y="0"/>
                    </a:lnTo>
                    <a:cubicBezTo>
                      <a:pt x="1904190" y="0"/>
                      <a:pt x="1930386" y="10850"/>
                      <a:pt x="1949700" y="30165"/>
                    </a:cubicBezTo>
                    <a:cubicBezTo>
                      <a:pt x="1969014" y="49479"/>
                      <a:pt x="1979864" y="75674"/>
                      <a:pt x="1979864" y="102988"/>
                    </a:cubicBezTo>
                    <a:lnTo>
                      <a:pt x="1979864" y="147876"/>
                    </a:lnTo>
                    <a:cubicBezTo>
                      <a:pt x="1979864" y="204755"/>
                      <a:pt x="1933755" y="250864"/>
                      <a:pt x="1876876" y="250864"/>
                    </a:cubicBezTo>
                    <a:lnTo>
                      <a:pt x="102988" y="250864"/>
                    </a:lnTo>
                    <a:cubicBezTo>
                      <a:pt x="75674" y="250864"/>
                      <a:pt x="49479" y="240014"/>
                      <a:pt x="30165" y="220700"/>
                    </a:cubicBezTo>
                    <a:cubicBezTo>
                      <a:pt x="10850" y="201386"/>
                      <a:pt x="0" y="175190"/>
                      <a:pt x="0" y="147876"/>
                    </a:cubicBezTo>
                    <a:lnTo>
                      <a:pt x="0" y="102988"/>
                    </a:lnTo>
                    <a:cubicBezTo>
                      <a:pt x="0" y="75674"/>
                      <a:pt x="10850" y="49479"/>
                      <a:pt x="30165" y="30165"/>
                    </a:cubicBezTo>
                    <a:cubicBezTo>
                      <a:pt x="49479" y="10850"/>
                      <a:pt x="75674" y="0"/>
                      <a:pt x="10298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1979864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247861"/>
              <a:ext cx="1002309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충돌을 최소화하고 브랜치를 보호하는 기법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07127" y="5059296"/>
            <a:ext cx="6618441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브랜치를 안전하게 다루는 기법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브랜치 관리 기법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07127" y="5925754"/>
            <a:ext cx="6618441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 내 협업이 수월하게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이루어지도록 시행하는 조치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784570" y="3077262"/>
            <a:ext cx="5175148" cy="5175148"/>
          </a:xfrm>
          <a:custGeom>
            <a:avLst/>
            <a:gdLst/>
            <a:ahLst/>
            <a:cxnLst/>
            <a:rect r="r" b="b" t="t" l="l"/>
            <a:pathLst>
              <a:path h="5175148" w="5175148">
                <a:moveTo>
                  <a:pt x="0" y="0"/>
                </a:moveTo>
                <a:lnTo>
                  <a:pt x="5175147" y="0"/>
                </a:lnTo>
                <a:lnTo>
                  <a:pt x="5175147" y="5175147"/>
                </a:lnTo>
                <a:lnTo>
                  <a:pt x="0" y="5175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2784570" y="3077262"/>
            <a:ext cx="5175148" cy="5175148"/>
          </a:xfrm>
          <a:custGeom>
            <a:avLst/>
            <a:gdLst/>
            <a:ahLst/>
            <a:cxnLst/>
            <a:rect r="r" b="b" t="t" l="l"/>
            <a:pathLst>
              <a:path h="5175148" w="5175148">
                <a:moveTo>
                  <a:pt x="0" y="0"/>
                </a:moveTo>
                <a:lnTo>
                  <a:pt x="5175147" y="0"/>
                </a:lnTo>
                <a:lnTo>
                  <a:pt x="5175147" y="5175147"/>
                </a:lnTo>
                <a:lnTo>
                  <a:pt x="0" y="5175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907127" y="4987858"/>
            <a:ext cx="6618417" cy="952500"/>
            <a:chOff x="0" y="0"/>
            <a:chExt cx="1743122" cy="2508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43122" cy="250864"/>
            </a:xfrm>
            <a:custGeom>
              <a:avLst/>
              <a:gdLst/>
              <a:ahLst/>
              <a:cxnLst/>
              <a:rect r="r" b="b" t="t" l="l"/>
              <a:pathLst>
                <a:path h="250864" w="1743122">
                  <a:moveTo>
                    <a:pt x="116975" y="0"/>
                  </a:moveTo>
                  <a:lnTo>
                    <a:pt x="1626147" y="0"/>
                  </a:lnTo>
                  <a:cubicBezTo>
                    <a:pt x="1690751" y="0"/>
                    <a:pt x="1743122" y="52372"/>
                    <a:pt x="1743122" y="116975"/>
                  </a:cubicBezTo>
                  <a:lnTo>
                    <a:pt x="1743122" y="133889"/>
                  </a:lnTo>
                  <a:cubicBezTo>
                    <a:pt x="1743122" y="164913"/>
                    <a:pt x="1730798" y="194666"/>
                    <a:pt x="1708861" y="216603"/>
                  </a:cubicBezTo>
                  <a:cubicBezTo>
                    <a:pt x="1686924" y="238540"/>
                    <a:pt x="1657171" y="250864"/>
                    <a:pt x="1626147" y="250864"/>
                  </a:cubicBezTo>
                  <a:lnTo>
                    <a:pt x="116975" y="250864"/>
                  </a:lnTo>
                  <a:cubicBezTo>
                    <a:pt x="85952" y="250864"/>
                    <a:pt x="56198" y="238540"/>
                    <a:pt x="34261" y="216603"/>
                  </a:cubicBezTo>
                  <a:cubicBezTo>
                    <a:pt x="12324" y="194666"/>
                    <a:pt x="0" y="164913"/>
                    <a:pt x="0" y="133889"/>
                  </a:cubicBezTo>
                  <a:lnTo>
                    <a:pt x="0" y="116975"/>
                  </a:lnTo>
                  <a:cubicBezTo>
                    <a:pt x="0" y="85952"/>
                    <a:pt x="12324" y="56198"/>
                    <a:pt x="34261" y="34261"/>
                  </a:cubicBezTo>
                  <a:cubicBezTo>
                    <a:pt x="56198" y="12324"/>
                    <a:pt x="85952" y="0"/>
                    <a:pt x="116975" y="0"/>
                  </a:cubicBezTo>
                  <a:close/>
                </a:path>
              </a:pathLst>
            </a:custGeom>
            <a:solidFill>
              <a:srgbClr val="DDE6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743122" cy="308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907150" y="6188008"/>
            <a:ext cx="6618417" cy="952500"/>
            <a:chOff x="0" y="0"/>
            <a:chExt cx="1743122" cy="2508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43122" cy="250864"/>
            </a:xfrm>
            <a:custGeom>
              <a:avLst/>
              <a:gdLst/>
              <a:ahLst/>
              <a:cxnLst/>
              <a:rect r="r" b="b" t="t" l="l"/>
              <a:pathLst>
                <a:path h="250864" w="1743122">
                  <a:moveTo>
                    <a:pt x="116975" y="0"/>
                  </a:moveTo>
                  <a:lnTo>
                    <a:pt x="1626147" y="0"/>
                  </a:lnTo>
                  <a:cubicBezTo>
                    <a:pt x="1690751" y="0"/>
                    <a:pt x="1743122" y="52372"/>
                    <a:pt x="1743122" y="116975"/>
                  </a:cubicBezTo>
                  <a:lnTo>
                    <a:pt x="1743122" y="133889"/>
                  </a:lnTo>
                  <a:cubicBezTo>
                    <a:pt x="1743122" y="164913"/>
                    <a:pt x="1730798" y="194666"/>
                    <a:pt x="1708861" y="216603"/>
                  </a:cubicBezTo>
                  <a:cubicBezTo>
                    <a:pt x="1686924" y="238540"/>
                    <a:pt x="1657171" y="250864"/>
                    <a:pt x="1626147" y="250864"/>
                  </a:cubicBezTo>
                  <a:lnTo>
                    <a:pt x="116975" y="250864"/>
                  </a:lnTo>
                  <a:cubicBezTo>
                    <a:pt x="85952" y="250864"/>
                    <a:pt x="56198" y="238540"/>
                    <a:pt x="34261" y="216603"/>
                  </a:cubicBezTo>
                  <a:cubicBezTo>
                    <a:pt x="12324" y="194666"/>
                    <a:pt x="0" y="164913"/>
                    <a:pt x="0" y="133889"/>
                  </a:cubicBezTo>
                  <a:lnTo>
                    <a:pt x="0" y="116975"/>
                  </a:lnTo>
                  <a:cubicBezTo>
                    <a:pt x="0" y="85952"/>
                    <a:pt x="12324" y="56198"/>
                    <a:pt x="34261" y="34261"/>
                  </a:cubicBezTo>
                  <a:cubicBezTo>
                    <a:pt x="56198" y="12324"/>
                    <a:pt x="85952" y="0"/>
                    <a:pt x="116975" y="0"/>
                  </a:cubicBezTo>
                  <a:close/>
                </a:path>
              </a:pathLst>
            </a:custGeom>
            <a:solidFill>
              <a:srgbClr val="DDE6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743122" cy="308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07150" y="7388158"/>
            <a:ext cx="6618417" cy="952500"/>
            <a:chOff x="0" y="0"/>
            <a:chExt cx="1743122" cy="2508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43122" cy="250864"/>
            </a:xfrm>
            <a:custGeom>
              <a:avLst/>
              <a:gdLst/>
              <a:ahLst/>
              <a:cxnLst/>
              <a:rect r="r" b="b" t="t" l="l"/>
              <a:pathLst>
                <a:path h="250864" w="1743122">
                  <a:moveTo>
                    <a:pt x="116975" y="0"/>
                  </a:moveTo>
                  <a:lnTo>
                    <a:pt x="1626147" y="0"/>
                  </a:lnTo>
                  <a:cubicBezTo>
                    <a:pt x="1690751" y="0"/>
                    <a:pt x="1743122" y="52372"/>
                    <a:pt x="1743122" y="116975"/>
                  </a:cubicBezTo>
                  <a:lnTo>
                    <a:pt x="1743122" y="133889"/>
                  </a:lnTo>
                  <a:cubicBezTo>
                    <a:pt x="1743122" y="164913"/>
                    <a:pt x="1730798" y="194666"/>
                    <a:pt x="1708861" y="216603"/>
                  </a:cubicBezTo>
                  <a:cubicBezTo>
                    <a:pt x="1686924" y="238540"/>
                    <a:pt x="1657171" y="250864"/>
                    <a:pt x="1626147" y="250864"/>
                  </a:cubicBezTo>
                  <a:lnTo>
                    <a:pt x="116975" y="250864"/>
                  </a:lnTo>
                  <a:cubicBezTo>
                    <a:pt x="85952" y="250864"/>
                    <a:pt x="56198" y="238540"/>
                    <a:pt x="34261" y="216603"/>
                  </a:cubicBezTo>
                  <a:cubicBezTo>
                    <a:pt x="12324" y="194666"/>
                    <a:pt x="0" y="164913"/>
                    <a:pt x="0" y="133889"/>
                  </a:cubicBezTo>
                  <a:lnTo>
                    <a:pt x="0" y="116975"/>
                  </a:lnTo>
                  <a:cubicBezTo>
                    <a:pt x="0" y="85952"/>
                    <a:pt x="12324" y="56198"/>
                    <a:pt x="34261" y="34261"/>
                  </a:cubicBezTo>
                  <a:cubicBezTo>
                    <a:pt x="56198" y="12324"/>
                    <a:pt x="85952" y="0"/>
                    <a:pt x="116975" y="0"/>
                  </a:cubicBezTo>
                  <a:close/>
                </a:path>
              </a:pathLst>
            </a:custGeom>
            <a:solidFill>
              <a:srgbClr val="DDE6E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743122" cy="308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브랜치 관리 기법의 목표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07104" y="5157085"/>
            <a:ext cx="6618441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병합 충돌 최소화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907127" y="6357235"/>
            <a:ext cx="6618441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팀원간 협업 원활화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07127" y="7557385"/>
            <a:ext cx="6618441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브랜치를 목적에 따라 효과적으로 분리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84570" y="3077262"/>
            <a:ext cx="5175148" cy="5175148"/>
          </a:xfrm>
          <a:custGeom>
            <a:avLst/>
            <a:gdLst/>
            <a:ahLst/>
            <a:cxnLst/>
            <a:rect r="r" b="b" t="t" l="l"/>
            <a:pathLst>
              <a:path h="5175148" w="5175148">
                <a:moveTo>
                  <a:pt x="0" y="0"/>
                </a:moveTo>
                <a:lnTo>
                  <a:pt x="5175147" y="0"/>
                </a:lnTo>
                <a:lnTo>
                  <a:pt x="5175147" y="5175147"/>
                </a:lnTo>
                <a:lnTo>
                  <a:pt x="0" y="5175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136263" y="3666517"/>
            <a:ext cx="7583948" cy="3996636"/>
            <a:chOff x="0" y="0"/>
            <a:chExt cx="10111930" cy="532884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36" y="0"/>
              <a:ext cx="10087730" cy="1270000"/>
              <a:chOff x="0" y="0"/>
              <a:chExt cx="1992638" cy="25086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92638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992638">
                    <a:moveTo>
                      <a:pt x="102328" y="0"/>
                    </a:moveTo>
                    <a:lnTo>
                      <a:pt x="1890310" y="0"/>
                    </a:lnTo>
                    <a:cubicBezTo>
                      <a:pt x="1917449" y="0"/>
                      <a:pt x="1943477" y="10781"/>
                      <a:pt x="1962667" y="29971"/>
                    </a:cubicBezTo>
                    <a:cubicBezTo>
                      <a:pt x="1981857" y="49161"/>
                      <a:pt x="1992638" y="75189"/>
                      <a:pt x="1992638" y="102328"/>
                    </a:cubicBezTo>
                    <a:lnTo>
                      <a:pt x="1992638" y="148536"/>
                    </a:lnTo>
                    <a:cubicBezTo>
                      <a:pt x="1992638" y="175675"/>
                      <a:pt x="1981857" y="201703"/>
                      <a:pt x="1962667" y="220893"/>
                    </a:cubicBezTo>
                    <a:cubicBezTo>
                      <a:pt x="1943477" y="240083"/>
                      <a:pt x="1917449" y="250864"/>
                      <a:pt x="1890310" y="250864"/>
                    </a:cubicBezTo>
                    <a:lnTo>
                      <a:pt x="102328" y="250864"/>
                    </a:lnTo>
                    <a:cubicBezTo>
                      <a:pt x="75189" y="250864"/>
                      <a:pt x="49161" y="240083"/>
                      <a:pt x="29971" y="220893"/>
                    </a:cubicBezTo>
                    <a:cubicBezTo>
                      <a:pt x="10781" y="201703"/>
                      <a:pt x="0" y="175675"/>
                      <a:pt x="0" y="148536"/>
                    </a:cubicBezTo>
                    <a:lnTo>
                      <a:pt x="0" y="102328"/>
                    </a:lnTo>
                    <a:cubicBezTo>
                      <a:pt x="0" y="75189"/>
                      <a:pt x="10781" y="49161"/>
                      <a:pt x="29971" y="29971"/>
                    </a:cubicBezTo>
                    <a:cubicBezTo>
                      <a:pt x="49161" y="10781"/>
                      <a:pt x="75189" y="0"/>
                      <a:pt x="10232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1992638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247861"/>
              <a:ext cx="10111930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다른 사람의 </a:t>
              </a:r>
              <a:r>
                <a:rPr lang="en-US" sz="3199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push</a:t>
              </a: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를 막을 수 없나?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71" y="2032000"/>
              <a:ext cx="10087730" cy="1270000"/>
              <a:chOff x="0" y="0"/>
              <a:chExt cx="1992638" cy="25086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992638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992638">
                    <a:moveTo>
                      <a:pt x="102328" y="0"/>
                    </a:moveTo>
                    <a:lnTo>
                      <a:pt x="1890310" y="0"/>
                    </a:lnTo>
                    <a:cubicBezTo>
                      <a:pt x="1917449" y="0"/>
                      <a:pt x="1943477" y="10781"/>
                      <a:pt x="1962667" y="29971"/>
                    </a:cubicBezTo>
                    <a:cubicBezTo>
                      <a:pt x="1981857" y="49161"/>
                      <a:pt x="1992638" y="75189"/>
                      <a:pt x="1992638" y="102328"/>
                    </a:cubicBezTo>
                    <a:lnTo>
                      <a:pt x="1992638" y="148536"/>
                    </a:lnTo>
                    <a:cubicBezTo>
                      <a:pt x="1992638" y="175675"/>
                      <a:pt x="1981857" y="201703"/>
                      <a:pt x="1962667" y="220893"/>
                    </a:cubicBezTo>
                    <a:cubicBezTo>
                      <a:pt x="1943477" y="240083"/>
                      <a:pt x="1917449" y="250864"/>
                      <a:pt x="1890310" y="250864"/>
                    </a:cubicBezTo>
                    <a:lnTo>
                      <a:pt x="102328" y="250864"/>
                    </a:lnTo>
                    <a:cubicBezTo>
                      <a:pt x="75189" y="250864"/>
                      <a:pt x="49161" y="240083"/>
                      <a:pt x="29971" y="220893"/>
                    </a:cubicBezTo>
                    <a:cubicBezTo>
                      <a:pt x="10781" y="201703"/>
                      <a:pt x="0" y="175675"/>
                      <a:pt x="0" y="148536"/>
                    </a:cubicBezTo>
                    <a:lnTo>
                      <a:pt x="0" y="102328"/>
                    </a:lnTo>
                    <a:cubicBezTo>
                      <a:pt x="0" y="75189"/>
                      <a:pt x="10781" y="49161"/>
                      <a:pt x="29971" y="29971"/>
                    </a:cubicBezTo>
                    <a:cubicBezTo>
                      <a:pt x="49161" y="10781"/>
                      <a:pt x="75189" y="0"/>
                      <a:pt x="10232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1992638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0" y="2279861"/>
              <a:ext cx="10111930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아무나 </a:t>
              </a:r>
              <a:r>
                <a:rPr lang="en-US" sz="3199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merge</a:t>
              </a: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할 수 없게 만들 수 있나?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71" y="4058848"/>
              <a:ext cx="10087730" cy="1270000"/>
              <a:chOff x="0" y="0"/>
              <a:chExt cx="1992638" cy="25086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992638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992638">
                    <a:moveTo>
                      <a:pt x="102328" y="0"/>
                    </a:moveTo>
                    <a:lnTo>
                      <a:pt x="1890310" y="0"/>
                    </a:lnTo>
                    <a:cubicBezTo>
                      <a:pt x="1917449" y="0"/>
                      <a:pt x="1943477" y="10781"/>
                      <a:pt x="1962667" y="29971"/>
                    </a:cubicBezTo>
                    <a:cubicBezTo>
                      <a:pt x="1981857" y="49161"/>
                      <a:pt x="1992638" y="75189"/>
                      <a:pt x="1992638" y="102328"/>
                    </a:cubicBezTo>
                    <a:lnTo>
                      <a:pt x="1992638" y="148536"/>
                    </a:lnTo>
                    <a:cubicBezTo>
                      <a:pt x="1992638" y="175675"/>
                      <a:pt x="1981857" y="201703"/>
                      <a:pt x="1962667" y="220893"/>
                    </a:cubicBezTo>
                    <a:cubicBezTo>
                      <a:pt x="1943477" y="240083"/>
                      <a:pt x="1917449" y="250864"/>
                      <a:pt x="1890310" y="250864"/>
                    </a:cubicBezTo>
                    <a:lnTo>
                      <a:pt x="102328" y="250864"/>
                    </a:lnTo>
                    <a:cubicBezTo>
                      <a:pt x="75189" y="250864"/>
                      <a:pt x="49161" y="240083"/>
                      <a:pt x="29971" y="220893"/>
                    </a:cubicBezTo>
                    <a:cubicBezTo>
                      <a:pt x="10781" y="201703"/>
                      <a:pt x="0" y="175675"/>
                      <a:pt x="0" y="148536"/>
                    </a:cubicBezTo>
                    <a:lnTo>
                      <a:pt x="0" y="102328"/>
                    </a:lnTo>
                    <a:cubicBezTo>
                      <a:pt x="0" y="75189"/>
                      <a:pt x="10781" y="49161"/>
                      <a:pt x="29971" y="29971"/>
                    </a:cubicBezTo>
                    <a:cubicBezTo>
                      <a:pt x="49161" y="10781"/>
                      <a:pt x="75189" y="0"/>
                      <a:pt x="10232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1992638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4306710"/>
              <a:ext cx="10111930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브랜치를 삭제할 수 없도록 할 수 있나?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3582205" y="3607435"/>
            <a:ext cx="3579876" cy="4114800"/>
          </a:xfrm>
          <a:custGeom>
            <a:avLst/>
            <a:gdLst/>
            <a:ahLst/>
            <a:cxnLst/>
            <a:rect r="r" b="b" t="t" l="l"/>
            <a:pathLst>
              <a:path h="4114800" w="3579876">
                <a:moveTo>
                  <a:pt x="0" y="0"/>
                </a:moveTo>
                <a:lnTo>
                  <a:pt x="3579876" y="0"/>
                </a:lnTo>
                <a:lnTo>
                  <a:pt x="35798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브랜치 보호 설정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312696" y="7416100"/>
            <a:ext cx="7807303" cy="952500"/>
            <a:chOff x="0" y="0"/>
            <a:chExt cx="10409738" cy="1270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37" y="0"/>
              <a:ext cx="10409701" cy="1270000"/>
              <a:chOff x="0" y="0"/>
              <a:chExt cx="2056237" cy="25086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056237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2056237">
                    <a:moveTo>
                      <a:pt x="99163" y="0"/>
                    </a:moveTo>
                    <a:lnTo>
                      <a:pt x="1957074" y="0"/>
                    </a:lnTo>
                    <a:cubicBezTo>
                      <a:pt x="1983374" y="0"/>
                      <a:pt x="2008597" y="10447"/>
                      <a:pt x="2027193" y="29044"/>
                    </a:cubicBezTo>
                    <a:cubicBezTo>
                      <a:pt x="2045790" y="47641"/>
                      <a:pt x="2056237" y="72863"/>
                      <a:pt x="2056237" y="99163"/>
                    </a:cubicBezTo>
                    <a:lnTo>
                      <a:pt x="2056237" y="151701"/>
                    </a:lnTo>
                    <a:cubicBezTo>
                      <a:pt x="2056237" y="178001"/>
                      <a:pt x="2045790" y="203223"/>
                      <a:pt x="2027193" y="221820"/>
                    </a:cubicBezTo>
                    <a:cubicBezTo>
                      <a:pt x="2008597" y="240417"/>
                      <a:pt x="1983374" y="250864"/>
                      <a:pt x="1957074" y="250864"/>
                    </a:cubicBezTo>
                    <a:lnTo>
                      <a:pt x="99163" y="250864"/>
                    </a:lnTo>
                    <a:cubicBezTo>
                      <a:pt x="72863" y="250864"/>
                      <a:pt x="47641" y="240417"/>
                      <a:pt x="29044" y="221820"/>
                    </a:cubicBezTo>
                    <a:cubicBezTo>
                      <a:pt x="10447" y="203223"/>
                      <a:pt x="0" y="178001"/>
                      <a:pt x="0" y="151701"/>
                    </a:cubicBezTo>
                    <a:lnTo>
                      <a:pt x="0" y="99163"/>
                    </a:lnTo>
                    <a:cubicBezTo>
                      <a:pt x="0" y="72863"/>
                      <a:pt x="10447" y="47641"/>
                      <a:pt x="29044" y="29044"/>
                    </a:cubicBezTo>
                    <a:cubicBezTo>
                      <a:pt x="47641" y="10447"/>
                      <a:pt x="72863" y="0"/>
                      <a:pt x="99163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2056237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247861"/>
              <a:ext cx="1040973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브랜치를 보호할 수 있는 조건을 추가하는 것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907127" y="5059296"/>
            <a:ext cx="6618441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브랜치에 특정 조건을 추가하는 것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07127" y="5925754"/>
            <a:ext cx="6618441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설정된 조건을 충족해야만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작업들이 처리될 수 있음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3582205" y="3607435"/>
            <a:ext cx="3579876" cy="4114800"/>
          </a:xfrm>
          <a:custGeom>
            <a:avLst/>
            <a:gdLst/>
            <a:ahLst/>
            <a:cxnLst/>
            <a:rect r="r" b="b" t="t" l="l"/>
            <a:pathLst>
              <a:path h="4114800" w="3579876">
                <a:moveTo>
                  <a:pt x="0" y="0"/>
                </a:moveTo>
                <a:lnTo>
                  <a:pt x="3579876" y="0"/>
                </a:lnTo>
                <a:lnTo>
                  <a:pt x="35798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브랜치 보호 설정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07104" y="4987858"/>
            <a:ext cx="6618441" cy="952500"/>
            <a:chOff x="0" y="0"/>
            <a:chExt cx="8824588" cy="1270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31" y="0"/>
              <a:ext cx="8824557" cy="1270000"/>
              <a:chOff x="0" y="0"/>
              <a:chExt cx="1743122" cy="25086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743122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743122">
                    <a:moveTo>
                      <a:pt x="116975" y="0"/>
                    </a:moveTo>
                    <a:lnTo>
                      <a:pt x="1626147" y="0"/>
                    </a:lnTo>
                    <a:cubicBezTo>
                      <a:pt x="1690751" y="0"/>
                      <a:pt x="1743122" y="52372"/>
                      <a:pt x="1743122" y="116975"/>
                    </a:cubicBezTo>
                    <a:lnTo>
                      <a:pt x="1743122" y="133889"/>
                    </a:lnTo>
                    <a:cubicBezTo>
                      <a:pt x="1743122" y="164913"/>
                      <a:pt x="1730798" y="194666"/>
                      <a:pt x="1708861" y="216603"/>
                    </a:cubicBezTo>
                    <a:cubicBezTo>
                      <a:pt x="1686924" y="238540"/>
                      <a:pt x="1657171" y="250864"/>
                      <a:pt x="1626147" y="250864"/>
                    </a:cubicBezTo>
                    <a:lnTo>
                      <a:pt x="116975" y="250864"/>
                    </a:lnTo>
                    <a:cubicBezTo>
                      <a:pt x="85952" y="250864"/>
                      <a:pt x="56198" y="238540"/>
                      <a:pt x="34261" y="216603"/>
                    </a:cubicBezTo>
                    <a:cubicBezTo>
                      <a:pt x="12324" y="194666"/>
                      <a:pt x="0" y="164913"/>
                      <a:pt x="0" y="133889"/>
                    </a:cubicBezTo>
                    <a:lnTo>
                      <a:pt x="0" y="116975"/>
                    </a:lnTo>
                    <a:cubicBezTo>
                      <a:pt x="0" y="85952"/>
                      <a:pt x="12324" y="56198"/>
                      <a:pt x="34261" y="34261"/>
                    </a:cubicBezTo>
                    <a:cubicBezTo>
                      <a:pt x="56198" y="12324"/>
                      <a:pt x="85952" y="0"/>
                      <a:pt x="11697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1743122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247861"/>
              <a:ext cx="882458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생성, 수정, 삭제 금지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07127" y="7388158"/>
            <a:ext cx="6618441" cy="952500"/>
            <a:chOff x="0" y="0"/>
            <a:chExt cx="8824588" cy="12700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31" y="0"/>
              <a:ext cx="8824557" cy="1270000"/>
              <a:chOff x="0" y="0"/>
              <a:chExt cx="1743122" cy="25086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743122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743122">
                    <a:moveTo>
                      <a:pt x="116975" y="0"/>
                    </a:moveTo>
                    <a:lnTo>
                      <a:pt x="1626147" y="0"/>
                    </a:lnTo>
                    <a:cubicBezTo>
                      <a:pt x="1690751" y="0"/>
                      <a:pt x="1743122" y="52372"/>
                      <a:pt x="1743122" y="116975"/>
                    </a:cubicBezTo>
                    <a:lnTo>
                      <a:pt x="1743122" y="133889"/>
                    </a:lnTo>
                    <a:cubicBezTo>
                      <a:pt x="1743122" y="164913"/>
                      <a:pt x="1730798" y="194666"/>
                      <a:pt x="1708861" y="216603"/>
                    </a:cubicBezTo>
                    <a:cubicBezTo>
                      <a:pt x="1686924" y="238540"/>
                      <a:pt x="1657171" y="250864"/>
                      <a:pt x="1626147" y="250864"/>
                    </a:cubicBezTo>
                    <a:lnTo>
                      <a:pt x="116975" y="250864"/>
                    </a:lnTo>
                    <a:cubicBezTo>
                      <a:pt x="85952" y="250864"/>
                      <a:pt x="56198" y="238540"/>
                      <a:pt x="34261" y="216603"/>
                    </a:cubicBezTo>
                    <a:cubicBezTo>
                      <a:pt x="12324" y="194666"/>
                      <a:pt x="0" y="164913"/>
                      <a:pt x="0" y="133889"/>
                    </a:cubicBezTo>
                    <a:lnTo>
                      <a:pt x="0" y="116975"/>
                    </a:lnTo>
                    <a:cubicBezTo>
                      <a:pt x="0" y="85952"/>
                      <a:pt x="12324" y="56198"/>
                      <a:pt x="34261" y="34261"/>
                    </a:cubicBezTo>
                    <a:cubicBezTo>
                      <a:pt x="56198" y="12324"/>
                      <a:pt x="85952" y="0"/>
                      <a:pt x="11697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1743122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0" y="247861"/>
              <a:ext cx="882458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소스코드 보안 검사 결과 요구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907127" y="6188008"/>
            <a:ext cx="6618441" cy="952500"/>
            <a:chOff x="0" y="0"/>
            <a:chExt cx="8824588" cy="12700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31" y="0"/>
              <a:ext cx="8824557" cy="1270000"/>
              <a:chOff x="0" y="0"/>
              <a:chExt cx="1743122" cy="25086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743122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743122">
                    <a:moveTo>
                      <a:pt x="116975" y="0"/>
                    </a:moveTo>
                    <a:lnTo>
                      <a:pt x="1626147" y="0"/>
                    </a:lnTo>
                    <a:cubicBezTo>
                      <a:pt x="1690751" y="0"/>
                      <a:pt x="1743122" y="52372"/>
                      <a:pt x="1743122" y="116975"/>
                    </a:cubicBezTo>
                    <a:lnTo>
                      <a:pt x="1743122" y="133889"/>
                    </a:lnTo>
                    <a:cubicBezTo>
                      <a:pt x="1743122" y="164913"/>
                      <a:pt x="1730798" y="194666"/>
                      <a:pt x="1708861" y="216603"/>
                    </a:cubicBezTo>
                    <a:cubicBezTo>
                      <a:pt x="1686924" y="238540"/>
                      <a:pt x="1657171" y="250864"/>
                      <a:pt x="1626147" y="250864"/>
                    </a:cubicBezTo>
                    <a:lnTo>
                      <a:pt x="116975" y="250864"/>
                    </a:lnTo>
                    <a:cubicBezTo>
                      <a:pt x="85952" y="250864"/>
                      <a:pt x="56198" y="238540"/>
                      <a:pt x="34261" y="216603"/>
                    </a:cubicBezTo>
                    <a:cubicBezTo>
                      <a:pt x="12324" y="194666"/>
                      <a:pt x="0" y="164913"/>
                      <a:pt x="0" y="133889"/>
                    </a:cubicBezTo>
                    <a:lnTo>
                      <a:pt x="0" y="116975"/>
                    </a:lnTo>
                    <a:cubicBezTo>
                      <a:pt x="0" y="85952"/>
                      <a:pt x="12324" y="56198"/>
                      <a:pt x="34261" y="34261"/>
                    </a:cubicBezTo>
                    <a:cubicBezTo>
                      <a:pt x="56198" y="12324"/>
                      <a:pt x="85952" y="0"/>
                      <a:pt x="11697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1743122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0" y="247861"/>
              <a:ext cx="882458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병합시 PR / 코드 리뷰 요구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1. GitHub 리포지토리 생성 후 접속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2.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Settings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330724" y="3568159"/>
            <a:ext cx="507294" cy="270352"/>
            <a:chOff x="0" y="0"/>
            <a:chExt cx="133608" cy="712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3608" cy="71204"/>
            </a:xfrm>
            <a:custGeom>
              <a:avLst/>
              <a:gdLst/>
              <a:ahLst/>
              <a:cxnLst/>
              <a:rect r="r" b="b" t="t" l="l"/>
              <a:pathLst>
                <a:path h="71204" w="133608">
                  <a:moveTo>
                    <a:pt x="35602" y="0"/>
                  </a:moveTo>
                  <a:lnTo>
                    <a:pt x="98006" y="0"/>
                  </a:lnTo>
                  <a:cubicBezTo>
                    <a:pt x="107449" y="0"/>
                    <a:pt x="116504" y="3751"/>
                    <a:pt x="123181" y="10428"/>
                  </a:cubicBezTo>
                  <a:cubicBezTo>
                    <a:pt x="129857" y="17104"/>
                    <a:pt x="133608" y="26160"/>
                    <a:pt x="133608" y="35602"/>
                  </a:cubicBezTo>
                  <a:lnTo>
                    <a:pt x="133608" y="35602"/>
                  </a:lnTo>
                  <a:cubicBezTo>
                    <a:pt x="133608" y="45044"/>
                    <a:pt x="129857" y="54100"/>
                    <a:pt x="123181" y="60776"/>
                  </a:cubicBezTo>
                  <a:cubicBezTo>
                    <a:pt x="116504" y="67453"/>
                    <a:pt x="107449" y="71204"/>
                    <a:pt x="98006" y="71204"/>
                  </a:cubicBezTo>
                  <a:lnTo>
                    <a:pt x="35602" y="71204"/>
                  </a:lnTo>
                  <a:cubicBezTo>
                    <a:pt x="26160" y="71204"/>
                    <a:pt x="17104" y="67453"/>
                    <a:pt x="10428" y="60776"/>
                  </a:cubicBezTo>
                  <a:cubicBezTo>
                    <a:pt x="3751" y="54100"/>
                    <a:pt x="0" y="45044"/>
                    <a:pt x="0" y="35602"/>
                  </a:cubicBezTo>
                  <a:lnTo>
                    <a:pt x="0" y="35602"/>
                  </a:lnTo>
                  <a:cubicBezTo>
                    <a:pt x="0" y="26160"/>
                    <a:pt x="3751" y="17104"/>
                    <a:pt x="10428" y="10428"/>
                  </a:cubicBezTo>
                  <a:cubicBezTo>
                    <a:pt x="17104" y="3751"/>
                    <a:pt x="26160" y="0"/>
                    <a:pt x="356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33608" cy="128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H="true" flipV="true">
            <a:off x="8889029" y="3805060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6510213" y="4894828"/>
            <a:ext cx="1389480" cy="366590"/>
            <a:chOff x="0" y="0"/>
            <a:chExt cx="365954" cy="96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954" cy="96551"/>
            </a:xfrm>
            <a:custGeom>
              <a:avLst/>
              <a:gdLst/>
              <a:ahLst/>
              <a:cxnLst/>
              <a:rect r="r" b="b" t="t" l="l"/>
              <a:pathLst>
                <a:path h="96551" w="365954">
                  <a:moveTo>
                    <a:pt x="48275" y="0"/>
                  </a:moveTo>
                  <a:lnTo>
                    <a:pt x="317678" y="0"/>
                  </a:lnTo>
                  <a:cubicBezTo>
                    <a:pt x="330482" y="0"/>
                    <a:pt x="342761" y="5086"/>
                    <a:pt x="351814" y="14139"/>
                  </a:cubicBezTo>
                  <a:cubicBezTo>
                    <a:pt x="360867" y="23193"/>
                    <a:pt x="365954" y="35472"/>
                    <a:pt x="365954" y="48275"/>
                  </a:cubicBezTo>
                  <a:lnTo>
                    <a:pt x="365954" y="48275"/>
                  </a:lnTo>
                  <a:cubicBezTo>
                    <a:pt x="365954" y="74937"/>
                    <a:pt x="344340" y="96551"/>
                    <a:pt x="317678" y="96551"/>
                  </a:cubicBezTo>
                  <a:lnTo>
                    <a:pt x="48275" y="96551"/>
                  </a:lnTo>
                  <a:cubicBezTo>
                    <a:pt x="35472" y="96551"/>
                    <a:pt x="23193" y="91464"/>
                    <a:pt x="14139" y="82411"/>
                  </a:cubicBezTo>
                  <a:cubicBezTo>
                    <a:pt x="5086" y="73358"/>
                    <a:pt x="0" y="61079"/>
                    <a:pt x="0" y="48275"/>
                  </a:cubicBezTo>
                  <a:lnTo>
                    <a:pt x="0" y="48275"/>
                  </a:lnTo>
                  <a:cubicBezTo>
                    <a:pt x="0" y="35472"/>
                    <a:pt x="5086" y="23193"/>
                    <a:pt x="14139" y="14139"/>
                  </a:cubicBezTo>
                  <a:cubicBezTo>
                    <a:pt x="23193" y="5086"/>
                    <a:pt x="35472" y="0"/>
                    <a:pt x="4827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65954" cy="153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H="true" flipV="true">
            <a:off x="7910193" y="5195362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78545" y="8013801"/>
            <a:ext cx="7930909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3.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Rules 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&gt;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Rulesets 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버튼 클릭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8034329" y="4432873"/>
            <a:ext cx="657131" cy="251944"/>
            <a:chOff x="0" y="0"/>
            <a:chExt cx="173072" cy="663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3072" cy="66356"/>
            </a:xfrm>
            <a:custGeom>
              <a:avLst/>
              <a:gdLst/>
              <a:ahLst/>
              <a:cxnLst/>
              <a:rect r="r" b="b" t="t" l="l"/>
              <a:pathLst>
                <a:path h="66356" w="173072">
                  <a:moveTo>
                    <a:pt x="33178" y="0"/>
                  </a:moveTo>
                  <a:lnTo>
                    <a:pt x="139894" y="0"/>
                  </a:lnTo>
                  <a:cubicBezTo>
                    <a:pt x="148693" y="0"/>
                    <a:pt x="157132" y="3496"/>
                    <a:pt x="163354" y="9718"/>
                  </a:cubicBezTo>
                  <a:cubicBezTo>
                    <a:pt x="169576" y="15940"/>
                    <a:pt x="173072" y="24379"/>
                    <a:pt x="173072" y="33178"/>
                  </a:cubicBezTo>
                  <a:lnTo>
                    <a:pt x="173072" y="33178"/>
                  </a:lnTo>
                  <a:cubicBezTo>
                    <a:pt x="173072" y="41977"/>
                    <a:pt x="169576" y="50416"/>
                    <a:pt x="163354" y="56638"/>
                  </a:cubicBezTo>
                  <a:cubicBezTo>
                    <a:pt x="157132" y="62860"/>
                    <a:pt x="148693" y="66356"/>
                    <a:pt x="139894" y="66356"/>
                  </a:cubicBezTo>
                  <a:lnTo>
                    <a:pt x="33178" y="66356"/>
                  </a:lnTo>
                  <a:cubicBezTo>
                    <a:pt x="24379" y="66356"/>
                    <a:pt x="15940" y="62860"/>
                    <a:pt x="9718" y="56638"/>
                  </a:cubicBezTo>
                  <a:cubicBezTo>
                    <a:pt x="3496" y="50416"/>
                    <a:pt x="0" y="41977"/>
                    <a:pt x="0" y="33178"/>
                  </a:cubicBezTo>
                  <a:lnTo>
                    <a:pt x="0" y="33178"/>
                  </a:lnTo>
                  <a:cubicBezTo>
                    <a:pt x="0" y="24379"/>
                    <a:pt x="3496" y="15940"/>
                    <a:pt x="9718" y="9718"/>
                  </a:cubicBezTo>
                  <a:cubicBezTo>
                    <a:pt x="15940" y="3496"/>
                    <a:pt x="24379" y="0"/>
                    <a:pt x="3317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3072" cy="123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4.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New ruleset 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8060557" y="4614081"/>
            <a:ext cx="890795" cy="251944"/>
            <a:chOff x="0" y="0"/>
            <a:chExt cx="234613" cy="663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4613" cy="66356"/>
            </a:xfrm>
            <a:custGeom>
              <a:avLst/>
              <a:gdLst/>
              <a:ahLst/>
              <a:cxnLst/>
              <a:rect r="r" b="b" t="t" l="l"/>
              <a:pathLst>
                <a:path h="66356" w="234613">
                  <a:moveTo>
                    <a:pt x="33178" y="0"/>
                  </a:moveTo>
                  <a:lnTo>
                    <a:pt x="201435" y="0"/>
                  </a:lnTo>
                  <a:cubicBezTo>
                    <a:pt x="210234" y="0"/>
                    <a:pt x="218673" y="3496"/>
                    <a:pt x="224895" y="9718"/>
                  </a:cubicBezTo>
                  <a:cubicBezTo>
                    <a:pt x="231117" y="15940"/>
                    <a:pt x="234613" y="24379"/>
                    <a:pt x="234613" y="33178"/>
                  </a:cubicBezTo>
                  <a:lnTo>
                    <a:pt x="234613" y="33178"/>
                  </a:lnTo>
                  <a:cubicBezTo>
                    <a:pt x="234613" y="41977"/>
                    <a:pt x="231117" y="50416"/>
                    <a:pt x="224895" y="56638"/>
                  </a:cubicBezTo>
                  <a:cubicBezTo>
                    <a:pt x="218673" y="62860"/>
                    <a:pt x="210234" y="66356"/>
                    <a:pt x="201435" y="66356"/>
                  </a:cubicBezTo>
                  <a:lnTo>
                    <a:pt x="33178" y="66356"/>
                  </a:lnTo>
                  <a:cubicBezTo>
                    <a:pt x="24379" y="66356"/>
                    <a:pt x="15940" y="62860"/>
                    <a:pt x="9718" y="56638"/>
                  </a:cubicBezTo>
                  <a:cubicBezTo>
                    <a:pt x="3496" y="50416"/>
                    <a:pt x="0" y="41977"/>
                    <a:pt x="0" y="33178"/>
                  </a:cubicBezTo>
                  <a:lnTo>
                    <a:pt x="0" y="33178"/>
                  </a:lnTo>
                  <a:cubicBezTo>
                    <a:pt x="0" y="24379"/>
                    <a:pt x="3496" y="15940"/>
                    <a:pt x="9718" y="9718"/>
                  </a:cubicBezTo>
                  <a:cubicBezTo>
                    <a:pt x="15940" y="3496"/>
                    <a:pt x="24379" y="0"/>
                    <a:pt x="3317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34613" cy="123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5.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New branch ruleset 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05659" y="4729103"/>
            <a:ext cx="950865" cy="295500"/>
            <a:chOff x="0" y="0"/>
            <a:chExt cx="1267820" cy="394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267820" cy="394000"/>
              <a:chOff x="0" y="0"/>
              <a:chExt cx="215797" cy="6706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15797" cy="67063"/>
              </a:xfrm>
              <a:custGeom>
                <a:avLst/>
                <a:gdLst/>
                <a:ahLst/>
                <a:cxnLst/>
                <a:rect r="r" b="b" t="t" l="l"/>
                <a:pathLst>
                  <a:path h="67063" w="215797">
                    <a:moveTo>
                      <a:pt x="33532" y="0"/>
                    </a:moveTo>
                    <a:lnTo>
                      <a:pt x="182266" y="0"/>
                    </a:lnTo>
                    <a:cubicBezTo>
                      <a:pt x="191159" y="0"/>
                      <a:pt x="199688" y="3533"/>
                      <a:pt x="205976" y="9821"/>
                    </a:cubicBezTo>
                    <a:cubicBezTo>
                      <a:pt x="212265" y="16110"/>
                      <a:pt x="215797" y="24638"/>
                      <a:pt x="215797" y="33532"/>
                    </a:cubicBezTo>
                    <a:lnTo>
                      <a:pt x="215797" y="33532"/>
                    </a:lnTo>
                    <a:cubicBezTo>
                      <a:pt x="215797" y="52051"/>
                      <a:pt x="200785" y="67063"/>
                      <a:pt x="182266" y="67063"/>
                    </a:cubicBezTo>
                    <a:lnTo>
                      <a:pt x="33532" y="67063"/>
                    </a:lnTo>
                    <a:cubicBezTo>
                      <a:pt x="15013" y="67063"/>
                      <a:pt x="0" y="52051"/>
                      <a:pt x="0" y="33532"/>
                    </a:cubicBezTo>
                    <a:lnTo>
                      <a:pt x="0" y="33532"/>
                    </a:lnTo>
                    <a:cubicBezTo>
                      <a:pt x="0" y="15013"/>
                      <a:pt x="15013" y="0"/>
                      <a:pt x="335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215797" cy="12421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832"/>
              <a:ext cx="1267820" cy="35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규칙 제목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543492" y="5041242"/>
            <a:ext cx="1124334" cy="295500"/>
            <a:chOff x="0" y="0"/>
            <a:chExt cx="1499112" cy="394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499112" cy="394000"/>
              <a:chOff x="0" y="0"/>
              <a:chExt cx="255166" cy="6706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55166" cy="67063"/>
              </a:xfrm>
              <a:custGeom>
                <a:avLst/>
                <a:gdLst/>
                <a:ahLst/>
                <a:cxnLst/>
                <a:rect r="r" b="b" t="t" l="l"/>
                <a:pathLst>
                  <a:path h="67063" w="255166">
                    <a:moveTo>
                      <a:pt x="33532" y="0"/>
                    </a:moveTo>
                    <a:lnTo>
                      <a:pt x="221634" y="0"/>
                    </a:lnTo>
                    <a:cubicBezTo>
                      <a:pt x="240153" y="0"/>
                      <a:pt x="255166" y="15013"/>
                      <a:pt x="255166" y="33532"/>
                    </a:cubicBezTo>
                    <a:lnTo>
                      <a:pt x="255166" y="33532"/>
                    </a:lnTo>
                    <a:cubicBezTo>
                      <a:pt x="255166" y="52051"/>
                      <a:pt x="240153" y="67063"/>
                      <a:pt x="221634" y="67063"/>
                    </a:cubicBezTo>
                    <a:lnTo>
                      <a:pt x="33532" y="67063"/>
                    </a:lnTo>
                    <a:cubicBezTo>
                      <a:pt x="15013" y="67063"/>
                      <a:pt x="0" y="52051"/>
                      <a:pt x="0" y="33532"/>
                    </a:cubicBezTo>
                    <a:lnTo>
                      <a:pt x="0" y="33532"/>
                    </a:lnTo>
                    <a:cubicBezTo>
                      <a:pt x="0" y="15013"/>
                      <a:pt x="15013" y="0"/>
                      <a:pt x="335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255166" cy="12421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1832"/>
              <a:ext cx="1499112" cy="35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활성화 여부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159148" y="5806565"/>
            <a:ext cx="1760386" cy="295500"/>
            <a:chOff x="0" y="0"/>
            <a:chExt cx="2347181" cy="394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2347181" cy="394000"/>
              <a:chOff x="0" y="0"/>
              <a:chExt cx="399517" cy="6706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99517" cy="67063"/>
              </a:xfrm>
              <a:custGeom>
                <a:avLst/>
                <a:gdLst/>
                <a:ahLst/>
                <a:cxnLst/>
                <a:rect r="r" b="b" t="t" l="l"/>
                <a:pathLst>
                  <a:path h="67063" w="399517">
                    <a:moveTo>
                      <a:pt x="33532" y="0"/>
                    </a:moveTo>
                    <a:lnTo>
                      <a:pt x="365985" y="0"/>
                    </a:lnTo>
                    <a:cubicBezTo>
                      <a:pt x="384504" y="0"/>
                      <a:pt x="399517" y="15013"/>
                      <a:pt x="399517" y="33532"/>
                    </a:cubicBezTo>
                    <a:lnTo>
                      <a:pt x="399517" y="33532"/>
                    </a:lnTo>
                    <a:cubicBezTo>
                      <a:pt x="399517" y="52051"/>
                      <a:pt x="384504" y="67063"/>
                      <a:pt x="365985" y="67063"/>
                    </a:cubicBezTo>
                    <a:lnTo>
                      <a:pt x="33532" y="67063"/>
                    </a:lnTo>
                    <a:cubicBezTo>
                      <a:pt x="15013" y="67063"/>
                      <a:pt x="0" y="52051"/>
                      <a:pt x="0" y="33532"/>
                    </a:cubicBezTo>
                    <a:lnTo>
                      <a:pt x="0" y="33532"/>
                    </a:lnTo>
                    <a:cubicBezTo>
                      <a:pt x="0" y="15013"/>
                      <a:pt x="15013" y="0"/>
                      <a:pt x="335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399517" cy="12421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0" y="1832"/>
              <a:ext cx="2347181" cy="35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규칙 무시 대상 목록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59148" y="7312021"/>
            <a:ext cx="1904943" cy="295500"/>
            <a:chOff x="0" y="0"/>
            <a:chExt cx="2539924" cy="3940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539924" cy="394000"/>
              <a:chOff x="0" y="0"/>
              <a:chExt cx="432324" cy="6706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32324" cy="67063"/>
              </a:xfrm>
              <a:custGeom>
                <a:avLst/>
                <a:gdLst/>
                <a:ahLst/>
                <a:cxnLst/>
                <a:rect r="r" b="b" t="t" l="l"/>
                <a:pathLst>
                  <a:path h="67063" w="432324">
                    <a:moveTo>
                      <a:pt x="33532" y="0"/>
                    </a:moveTo>
                    <a:lnTo>
                      <a:pt x="398792" y="0"/>
                    </a:lnTo>
                    <a:cubicBezTo>
                      <a:pt x="417311" y="0"/>
                      <a:pt x="432324" y="15013"/>
                      <a:pt x="432324" y="33532"/>
                    </a:cubicBezTo>
                    <a:lnTo>
                      <a:pt x="432324" y="33532"/>
                    </a:lnTo>
                    <a:cubicBezTo>
                      <a:pt x="432324" y="52051"/>
                      <a:pt x="417311" y="67063"/>
                      <a:pt x="398792" y="67063"/>
                    </a:cubicBezTo>
                    <a:lnTo>
                      <a:pt x="33532" y="67063"/>
                    </a:lnTo>
                    <a:cubicBezTo>
                      <a:pt x="15013" y="67063"/>
                      <a:pt x="0" y="52051"/>
                      <a:pt x="0" y="33532"/>
                    </a:cubicBezTo>
                    <a:lnTo>
                      <a:pt x="0" y="33532"/>
                    </a:lnTo>
                    <a:cubicBezTo>
                      <a:pt x="0" y="15013"/>
                      <a:pt x="15013" y="0"/>
                      <a:pt x="335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432324" cy="12421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0" y="1832"/>
              <a:ext cx="2539924" cy="35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규칙 적용 브랜치 목록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9002514" y="3480127"/>
            <a:ext cx="950865" cy="295500"/>
            <a:chOff x="0" y="0"/>
            <a:chExt cx="1267820" cy="394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67820" cy="394000"/>
              <a:chOff x="0" y="0"/>
              <a:chExt cx="215797" cy="6706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5797" cy="67063"/>
              </a:xfrm>
              <a:custGeom>
                <a:avLst/>
                <a:gdLst/>
                <a:ahLst/>
                <a:cxnLst/>
                <a:rect r="r" b="b" t="t" l="l"/>
                <a:pathLst>
                  <a:path h="67063" w="215797">
                    <a:moveTo>
                      <a:pt x="33532" y="0"/>
                    </a:moveTo>
                    <a:lnTo>
                      <a:pt x="182266" y="0"/>
                    </a:lnTo>
                    <a:cubicBezTo>
                      <a:pt x="191159" y="0"/>
                      <a:pt x="199688" y="3533"/>
                      <a:pt x="205976" y="9821"/>
                    </a:cubicBezTo>
                    <a:cubicBezTo>
                      <a:pt x="212265" y="16110"/>
                      <a:pt x="215797" y="24638"/>
                      <a:pt x="215797" y="33532"/>
                    </a:cubicBezTo>
                    <a:lnTo>
                      <a:pt x="215797" y="33532"/>
                    </a:lnTo>
                    <a:cubicBezTo>
                      <a:pt x="215797" y="52051"/>
                      <a:pt x="200785" y="67063"/>
                      <a:pt x="182266" y="67063"/>
                    </a:cubicBezTo>
                    <a:lnTo>
                      <a:pt x="33532" y="67063"/>
                    </a:lnTo>
                    <a:cubicBezTo>
                      <a:pt x="15013" y="67063"/>
                      <a:pt x="0" y="52051"/>
                      <a:pt x="0" y="33532"/>
                    </a:cubicBezTo>
                    <a:lnTo>
                      <a:pt x="0" y="33532"/>
                    </a:lnTo>
                    <a:cubicBezTo>
                      <a:pt x="0" y="15013"/>
                      <a:pt x="15013" y="0"/>
                      <a:pt x="335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215797" cy="12421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1832"/>
              <a:ext cx="1267820" cy="35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규칙 목록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504616" y="4245582"/>
            <a:ext cx="1238773" cy="211543"/>
            <a:chOff x="0" y="0"/>
            <a:chExt cx="1651697" cy="282057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651697" cy="282057"/>
              <a:chOff x="0" y="0"/>
              <a:chExt cx="281138" cy="4800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81138" cy="48009"/>
              </a:xfrm>
              <a:custGeom>
                <a:avLst/>
                <a:gdLst/>
                <a:ahLst/>
                <a:cxnLst/>
                <a:rect r="r" b="b" t="t" l="l"/>
                <a:pathLst>
                  <a:path h="48009" w="281138">
                    <a:moveTo>
                      <a:pt x="24005" y="0"/>
                    </a:moveTo>
                    <a:lnTo>
                      <a:pt x="257133" y="0"/>
                    </a:lnTo>
                    <a:cubicBezTo>
                      <a:pt x="270390" y="0"/>
                      <a:pt x="281138" y="10747"/>
                      <a:pt x="281138" y="24005"/>
                    </a:cubicBezTo>
                    <a:lnTo>
                      <a:pt x="281138" y="24005"/>
                    </a:lnTo>
                    <a:cubicBezTo>
                      <a:pt x="281138" y="37262"/>
                      <a:pt x="270390" y="48009"/>
                      <a:pt x="257133" y="48009"/>
                    </a:cubicBezTo>
                    <a:lnTo>
                      <a:pt x="24005" y="48009"/>
                    </a:lnTo>
                    <a:cubicBezTo>
                      <a:pt x="10747" y="48009"/>
                      <a:pt x="0" y="37262"/>
                      <a:pt x="0" y="24005"/>
                    </a:cubicBezTo>
                    <a:lnTo>
                      <a:pt x="0" y="24005"/>
                    </a:lnTo>
                    <a:cubicBezTo>
                      <a:pt x="0" y="10747"/>
                      <a:pt x="10747" y="0"/>
                      <a:pt x="240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281138" cy="10515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-6905"/>
              <a:ext cx="1651697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브랜치 생성 금지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04616" y="4535142"/>
            <a:ext cx="1238773" cy="211543"/>
            <a:chOff x="0" y="0"/>
            <a:chExt cx="1651697" cy="282057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651697" cy="282057"/>
              <a:chOff x="0" y="0"/>
              <a:chExt cx="281138" cy="4800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81138" cy="48009"/>
              </a:xfrm>
              <a:custGeom>
                <a:avLst/>
                <a:gdLst/>
                <a:ahLst/>
                <a:cxnLst/>
                <a:rect r="r" b="b" t="t" l="l"/>
                <a:pathLst>
                  <a:path h="48009" w="281138">
                    <a:moveTo>
                      <a:pt x="24005" y="0"/>
                    </a:moveTo>
                    <a:lnTo>
                      <a:pt x="257133" y="0"/>
                    </a:lnTo>
                    <a:cubicBezTo>
                      <a:pt x="270390" y="0"/>
                      <a:pt x="281138" y="10747"/>
                      <a:pt x="281138" y="24005"/>
                    </a:cubicBezTo>
                    <a:lnTo>
                      <a:pt x="281138" y="24005"/>
                    </a:lnTo>
                    <a:cubicBezTo>
                      <a:pt x="281138" y="37262"/>
                      <a:pt x="270390" y="48009"/>
                      <a:pt x="257133" y="48009"/>
                    </a:cubicBezTo>
                    <a:lnTo>
                      <a:pt x="24005" y="48009"/>
                    </a:lnTo>
                    <a:cubicBezTo>
                      <a:pt x="10747" y="48009"/>
                      <a:pt x="0" y="37262"/>
                      <a:pt x="0" y="24005"/>
                    </a:cubicBezTo>
                    <a:lnTo>
                      <a:pt x="0" y="24005"/>
                    </a:lnTo>
                    <a:cubicBezTo>
                      <a:pt x="0" y="10747"/>
                      <a:pt x="10747" y="0"/>
                      <a:pt x="240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281138" cy="10515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0" y="-6905"/>
              <a:ext cx="1651697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브랜치 수정 금지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04616" y="4822885"/>
            <a:ext cx="1238773" cy="211543"/>
            <a:chOff x="0" y="0"/>
            <a:chExt cx="1651697" cy="282057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651697" cy="282057"/>
              <a:chOff x="0" y="0"/>
              <a:chExt cx="281138" cy="4800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81138" cy="48009"/>
              </a:xfrm>
              <a:custGeom>
                <a:avLst/>
                <a:gdLst/>
                <a:ahLst/>
                <a:cxnLst/>
                <a:rect r="r" b="b" t="t" l="l"/>
                <a:pathLst>
                  <a:path h="48009" w="281138">
                    <a:moveTo>
                      <a:pt x="24005" y="0"/>
                    </a:moveTo>
                    <a:lnTo>
                      <a:pt x="257133" y="0"/>
                    </a:lnTo>
                    <a:cubicBezTo>
                      <a:pt x="270390" y="0"/>
                      <a:pt x="281138" y="10747"/>
                      <a:pt x="281138" y="24005"/>
                    </a:cubicBezTo>
                    <a:lnTo>
                      <a:pt x="281138" y="24005"/>
                    </a:lnTo>
                    <a:cubicBezTo>
                      <a:pt x="281138" y="37262"/>
                      <a:pt x="270390" y="48009"/>
                      <a:pt x="257133" y="48009"/>
                    </a:cubicBezTo>
                    <a:lnTo>
                      <a:pt x="24005" y="48009"/>
                    </a:lnTo>
                    <a:cubicBezTo>
                      <a:pt x="10747" y="48009"/>
                      <a:pt x="0" y="37262"/>
                      <a:pt x="0" y="24005"/>
                    </a:cubicBezTo>
                    <a:lnTo>
                      <a:pt x="0" y="24005"/>
                    </a:lnTo>
                    <a:cubicBezTo>
                      <a:pt x="0" y="10747"/>
                      <a:pt x="10747" y="0"/>
                      <a:pt x="240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281138" cy="10515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0" y="-6905"/>
              <a:ext cx="1651697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브랜치 삭제 금지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04616" y="5110627"/>
            <a:ext cx="2043305" cy="211543"/>
            <a:chOff x="0" y="0"/>
            <a:chExt cx="2724406" cy="282057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2724406" cy="282057"/>
              <a:chOff x="0" y="0"/>
              <a:chExt cx="463725" cy="48009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63725" cy="48009"/>
              </a:xfrm>
              <a:custGeom>
                <a:avLst/>
                <a:gdLst/>
                <a:ahLst/>
                <a:cxnLst/>
                <a:rect r="r" b="b" t="t" l="l"/>
                <a:pathLst>
                  <a:path h="48009" w="463725">
                    <a:moveTo>
                      <a:pt x="24005" y="0"/>
                    </a:moveTo>
                    <a:lnTo>
                      <a:pt x="439720" y="0"/>
                    </a:lnTo>
                    <a:cubicBezTo>
                      <a:pt x="452978" y="0"/>
                      <a:pt x="463725" y="10747"/>
                      <a:pt x="463725" y="24005"/>
                    </a:cubicBezTo>
                    <a:lnTo>
                      <a:pt x="463725" y="24005"/>
                    </a:lnTo>
                    <a:cubicBezTo>
                      <a:pt x="463725" y="37262"/>
                      <a:pt x="452978" y="48009"/>
                      <a:pt x="439720" y="48009"/>
                    </a:cubicBezTo>
                    <a:lnTo>
                      <a:pt x="24005" y="48009"/>
                    </a:lnTo>
                    <a:cubicBezTo>
                      <a:pt x="10747" y="48009"/>
                      <a:pt x="0" y="37262"/>
                      <a:pt x="0" y="24005"/>
                    </a:cubicBezTo>
                    <a:lnTo>
                      <a:pt x="0" y="24005"/>
                    </a:lnTo>
                    <a:cubicBezTo>
                      <a:pt x="0" y="10747"/>
                      <a:pt x="10747" y="0"/>
                      <a:pt x="240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463725" cy="10515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-6905"/>
              <a:ext cx="2724406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squash, rebase 외 병합 금지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04616" y="5407895"/>
            <a:ext cx="1902340" cy="211543"/>
            <a:chOff x="0" y="0"/>
            <a:chExt cx="2536453" cy="282057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2536453" cy="282057"/>
              <a:chOff x="0" y="0"/>
              <a:chExt cx="431733" cy="48009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31733" cy="48009"/>
              </a:xfrm>
              <a:custGeom>
                <a:avLst/>
                <a:gdLst/>
                <a:ahLst/>
                <a:cxnLst/>
                <a:rect r="r" b="b" t="t" l="l"/>
                <a:pathLst>
                  <a:path h="48009" w="431733">
                    <a:moveTo>
                      <a:pt x="24005" y="0"/>
                    </a:moveTo>
                    <a:lnTo>
                      <a:pt x="407728" y="0"/>
                    </a:lnTo>
                    <a:cubicBezTo>
                      <a:pt x="420986" y="0"/>
                      <a:pt x="431733" y="10747"/>
                      <a:pt x="431733" y="24005"/>
                    </a:cubicBezTo>
                    <a:lnTo>
                      <a:pt x="431733" y="24005"/>
                    </a:lnTo>
                    <a:cubicBezTo>
                      <a:pt x="431733" y="37262"/>
                      <a:pt x="420986" y="48009"/>
                      <a:pt x="407728" y="48009"/>
                    </a:cubicBezTo>
                    <a:lnTo>
                      <a:pt x="24005" y="48009"/>
                    </a:lnTo>
                    <a:cubicBezTo>
                      <a:pt x="10747" y="48009"/>
                      <a:pt x="0" y="37262"/>
                      <a:pt x="0" y="24005"/>
                    </a:cubicBezTo>
                    <a:lnTo>
                      <a:pt x="0" y="24005"/>
                    </a:lnTo>
                    <a:cubicBezTo>
                      <a:pt x="0" y="10747"/>
                      <a:pt x="10747" y="0"/>
                      <a:pt x="240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57150"/>
                <a:ext cx="431733" cy="10515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0" y="-6905"/>
              <a:ext cx="2536453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병합 전 배포 성공 여부 필요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504616" y="5705162"/>
            <a:ext cx="1524141" cy="211543"/>
            <a:chOff x="0" y="0"/>
            <a:chExt cx="2032188" cy="282057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2032188" cy="282057"/>
              <a:chOff x="0" y="0"/>
              <a:chExt cx="345901" cy="48009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345901" cy="48009"/>
              </a:xfrm>
              <a:custGeom>
                <a:avLst/>
                <a:gdLst/>
                <a:ahLst/>
                <a:cxnLst/>
                <a:rect r="r" b="b" t="t" l="l"/>
                <a:pathLst>
                  <a:path h="48009" w="345901">
                    <a:moveTo>
                      <a:pt x="24005" y="0"/>
                    </a:moveTo>
                    <a:lnTo>
                      <a:pt x="321897" y="0"/>
                    </a:lnTo>
                    <a:cubicBezTo>
                      <a:pt x="335154" y="0"/>
                      <a:pt x="345901" y="10747"/>
                      <a:pt x="345901" y="24005"/>
                    </a:cubicBezTo>
                    <a:lnTo>
                      <a:pt x="345901" y="24005"/>
                    </a:lnTo>
                    <a:cubicBezTo>
                      <a:pt x="345901" y="37262"/>
                      <a:pt x="335154" y="48009"/>
                      <a:pt x="321897" y="48009"/>
                    </a:cubicBezTo>
                    <a:lnTo>
                      <a:pt x="24005" y="48009"/>
                    </a:lnTo>
                    <a:cubicBezTo>
                      <a:pt x="10747" y="48009"/>
                      <a:pt x="0" y="37262"/>
                      <a:pt x="0" y="24005"/>
                    </a:cubicBezTo>
                    <a:lnTo>
                      <a:pt x="0" y="24005"/>
                    </a:lnTo>
                    <a:cubicBezTo>
                      <a:pt x="0" y="10747"/>
                      <a:pt x="10747" y="0"/>
                      <a:pt x="240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57150"/>
                <a:ext cx="345901" cy="10515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0" y="-6905"/>
              <a:ext cx="2032188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전자 서명된 커밋 요구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504616" y="5992905"/>
            <a:ext cx="1187200" cy="211543"/>
            <a:chOff x="0" y="0"/>
            <a:chExt cx="1582933" cy="282057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1582933" cy="282057"/>
              <a:chOff x="0" y="0"/>
              <a:chExt cx="269433" cy="48009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69433" cy="48009"/>
              </a:xfrm>
              <a:custGeom>
                <a:avLst/>
                <a:gdLst/>
                <a:ahLst/>
                <a:cxnLst/>
                <a:rect r="r" b="b" t="t" l="l"/>
                <a:pathLst>
                  <a:path h="48009" w="269433">
                    <a:moveTo>
                      <a:pt x="24005" y="0"/>
                    </a:moveTo>
                    <a:lnTo>
                      <a:pt x="245429" y="0"/>
                    </a:lnTo>
                    <a:cubicBezTo>
                      <a:pt x="251795" y="0"/>
                      <a:pt x="257901" y="2529"/>
                      <a:pt x="262402" y="7031"/>
                    </a:cubicBezTo>
                    <a:cubicBezTo>
                      <a:pt x="266904" y="11533"/>
                      <a:pt x="269433" y="17638"/>
                      <a:pt x="269433" y="24005"/>
                    </a:cubicBezTo>
                    <a:lnTo>
                      <a:pt x="269433" y="24005"/>
                    </a:lnTo>
                    <a:cubicBezTo>
                      <a:pt x="269433" y="37262"/>
                      <a:pt x="258686" y="48009"/>
                      <a:pt x="245429" y="48009"/>
                    </a:cubicBezTo>
                    <a:lnTo>
                      <a:pt x="24005" y="48009"/>
                    </a:lnTo>
                    <a:cubicBezTo>
                      <a:pt x="10747" y="48009"/>
                      <a:pt x="0" y="37262"/>
                      <a:pt x="0" y="24005"/>
                    </a:cubicBezTo>
                    <a:lnTo>
                      <a:pt x="0" y="24005"/>
                    </a:lnTo>
                    <a:cubicBezTo>
                      <a:pt x="0" y="10747"/>
                      <a:pt x="10747" y="0"/>
                      <a:pt x="240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57150"/>
                <a:ext cx="269433" cy="10515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0" y="-6905"/>
              <a:ext cx="1582933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병합 전 PR 요구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504616" y="6320651"/>
            <a:ext cx="2043305" cy="211543"/>
            <a:chOff x="0" y="0"/>
            <a:chExt cx="2724406" cy="282057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2724406" cy="282057"/>
              <a:chOff x="0" y="0"/>
              <a:chExt cx="463725" cy="48009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463725" cy="48009"/>
              </a:xfrm>
              <a:custGeom>
                <a:avLst/>
                <a:gdLst/>
                <a:ahLst/>
                <a:cxnLst/>
                <a:rect r="r" b="b" t="t" l="l"/>
                <a:pathLst>
                  <a:path h="48009" w="463725">
                    <a:moveTo>
                      <a:pt x="24005" y="0"/>
                    </a:moveTo>
                    <a:lnTo>
                      <a:pt x="439720" y="0"/>
                    </a:lnTo>
                    <a:cubicBezTo>
                      <a:pt x="452978" y="0"/>
                      <a:pt x="463725" y="10747"/>
                      <a:pt x="463725" y="24005"/>
                    </a:cubicBezTo>
                    <a:lnTo>
                      <a:pt x="463725" y="24005"/>
                    </a:lnTo>
                    <a:cubicBezTo>
                      <a:pt x="463725" y="37262"/>
                      <a:pt x="452978" y="48009"/>
                      <a:pt x="439720" y="48009"/>
                    </a:cubicBezTo>
                    <a:lnTo>
                      <a:pt x="24005" y="48009"/>
                    </a:lnTo>
                    <a:cubicBezTo>
                      <a:pt x="10747" y="48009"/>
                      <a:pt x="0" y="37262"/>
                      <a:pt x="0" y="24005"/>
                    </a:cubicBezTo>
                    <a:lnTo>
                      <a:pt x="0" y="24005"/>
                    </a:lnTo>
                    <a:cubicBezTo>
                      <a:pt x="0" y="10747"/>
                      <a:pt x="10747" y="0"/>
                      <a:pt x="240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57150"/>
                <a:ext cx="463725" cy="10515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0" y="-6905"/>
              <a:ext cx="2724406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병합 전 테스트 통과 여부 요구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04616" y="6646494"/>
            <a:ext cx="1187200" cy="211543"/>
            <a:chOff x="0" y="0"/>
            <a:chExt cx="1582933" cy="282057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1582933" cy="282057"/>
              <a:chOff x="0" y="0"/>
              <a:chExt cx="269433" cy="48009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269433" cy="48009"/>
              </a:xfrm>
              <a:custGeom>
                <a:avLst/>
                <a:gdLst/>
                <a:ahLst/>
                <a:cxnLst/>
                <a:rect r="r" b="b" t="t" l="l"/>
                <a:pathLst>
                  <a:path h="48009" w="269433">
                    <a:moveTo>
                      <a:pt x="24005" y="0"/>
                    </a:moveTo>
                    <a:lnTo>
                      <a:pt x="245429" y="0"/>
                    </a:lnTo>
                    <a:cubicBezTo>
                      <a:pt x="251795" y="0"/>
                      <a:pt x="257901" y="2529"/>
                      <a:pt x="262402" y="7031"/>
                    </a:cubicBezTo>
                    <a:cubicBezTo>
                      <a:pt x="266904" y="11533"/>
                      <a:pt x="269433" y="17638"/>
                      <a:pt x="269433" y="24005"/>
                    </a:cubicBezTo>
                    <a:lnTo>
                      <a:pt x="269433" y="24005"/>
                    </a:lnTo>
                    <a:cubicBezTo>
                      <a:pt x="269433" y="37262"/>
                      <a:pt x="258686" y="48009"/>
                      <a:pt x="245429" y="48009"/>
                    </a:cubicBezTo>
                    <a:lnTo>
                      <a:pt x="24005" y="48009"/>
                    </a:lnTo>
                    <a:cubicBezTo>
                      <a:pt x="10747" y="48009"/>
                      <a:pt x="0" y="37262"/>
                      <a:pt x="0" y="24005"/>
                    </a:cubicBezTo>
                    <a:lnTo>
                      <a:pt x="0" y="24005"/>
                    </a:lnTo>
                    <a:cubicBezTo>
                      <a:pt x="0" y="10747"/>
                      <a:pt x="10747" y="0"/>
                      <a:pt x="240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57150"/>
                <a:ext cx="269433" cy="10515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72" id="72"/>
            <p:cNvSpPr txBox="true"/>
            <p:nvPr/>
          </p:nvSpPr>
          <p:spPr>
            <a:xfrm rot="0">
              <a:off x="0" y="-6905"/>
              <a:ext cx="1582933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강제 push 금지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504616" y="6972336"/>
            <a:ext cx="1424434" cy="211543"/>
            <a:chOff x="0" y="0"/>
            <a:chExt cx="1899245" cy="282057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1899245" cy="282057"/>
              <a:chOff x="0" y="0"/>
              <a:chExt cx="323273" cy="48009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323273" cy="48009"/>
              </a:xfrm>
              <a:custGeom>
                <a:avLst/>
                <a:gdLst/>
                <a:ahLst/>
                <a:cxnLst/>
                <a:rect r="r" b="b" t="t" l="l"/>
                <a:pathLst>
                  <a:path h="48009" w="323273">
                    <a:moveTo>
                      <a:pt x="24005" y="0"/>
                    </a:moveTo>
                    <a:lnTo>
                      <a:pt x="299268" y="0"/>
                    </a:lnTo>
                    <a:cubicBezTo>
                      <a:pt x="312526" y="0"/>
                      <a:pt x="323273" y="10747"/>
                      <a:pt x="323273" y="24005"/>
                    </a:cubicBezTo>
                    <a:lnTo>
                      <a:pt x="323273" y="24005"/>
                    </a:lnTo>
                    <a:cubicBezTo>
                      <a:pt x="323273" y="37262"/>
                      <a:pt x="312526" y="48009"/>
                      <a:pt x="299268" y="48009"/>
                    </a:cubicBezTo>
                    <a:lnTo>
                      <a:pt x="24005" y="48009"/>
                    </a:lnTo>
                    <a:cubicBezTo>
                      <a:pt x="10747" y="48009"/>
                      <a:pt x="0" y="37262"/>
                      <a:pt x="0" y="24005"/>
                    </a:cubicBezTo>
                    <a:lnTo>
                      <a:pt x="0" y="24005"/>
                    </a:lnTo>
                    <a:cubicBezTo>
                      <a:pt x="0" y="10747"/>
                      <a:pt x="10747" y="0"/>
                      <a:pt x="240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57150"/>
                <a:ext cx="323273" cy="10515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77" id="77"/>
            <p:cNvSpPr txBox="true"/>
            <p:nvPr/>
          </p:nvSpPr>
          <p:spPr>
            <a:xfrm rot="0">
              <a:off x="0" y="-6905"/>
              <a:ext cx="1899245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코드 검사 결과 요구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6.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규칙 제목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입력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836890" y="4677730"/>
            <a:ext cx="1285130" cy="358624"/>
            <a:chOff x="0" y="0"/>
            <a:chExt cx="338470" cy="944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8470" cy="94453"/>
            </a:xfrm>
            <a:custGeom>
              <a:avLst/>
              <a:gdLst/>
              <a:ahLst/>
              <a:cxnLst/>
              <a:rect r="r" b="b" t="t" l="l"/>
              <a:pathLst>
                <a:path h="94453" w="338470">
                  <a:moveTo>
                    <a:pt x="47226" y="0"/>
                  </a:moveTo>
                  <a:lnTo>
                    <a:pt x="291244" y="0"/>
                  </a:lnTo>
                  <a:cubicBezTo>
                    <a:pt x="303769" y="0"/>
                    <a:pt x="315781" y="4976"/>
                    <a:pt x="324638" y="13832"/>
                  </a:cubicBezTo>
                  <a:cubicBezTo>
                    <a:pt x="333495" y="22689"/>
                    <a:pt x="338470" y="34701"/>
                    <a:pt x="338470" y="47226"/>
                  </a:cubicBezTo>
                  <a:lnTo>
                    <a:pt x="338470" y="47226"/>
                  </a:lnTo>
                  <a:cubicBezTo>
                    <a:pt x="338470" y="59751"/>
                    <a:pt x="333495" y="71764"/>
                    <a:pt x="324638" y="80620"/>
                  </a:cubicBezTo>
                  <a:cubicBezTo>
                    <a:pt x="315781" y="89477"/>
                    <a:pt x="303769" y="94453"/>
                    <a:pt x="291244" y="94453"/>
                  </a:cubicBezTo>
                  <a:lnTo>
                    <a:pt x="47226" y="94453"/>
                  </a:lnTo>
                  <a:cubicBezTo>
                    <a:pt x="34701" y="94453"/>
                    <a:pt x="22689" y="89477"/>
                    <a:pt x="13832" y="80620"/>
                  </a:cubicBezTo>
                  <a:cubicBezTo>
                    <a:pt x="4976" y="71764"/>
                    <a:pt x="0" y="59751"/>
                    <a:pt x="0" y="47226"/>
                  </a:cubicBezTo>
                  <a:lnTo>
                    <a:pt x="0" y="47226"/>
                  </a:lnTo>
                  <a:cubicBezTo>
                    <a:pt x="0" y="34701"/>
                    <a:pt x="4976" y="22689"/>
                    <a:pt x="13832" y="13832"/>
                  </a:cubicBezTo>
                  <a:cubicBezTo>
                    <a:pt x="22689" y="4976"/>
                    <a:pt x="34701" y="0"/>
                    <a:pt x="472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338470" cy="151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26781" y="4571172"/>
            <a:ext cx="2623261" cy="571741"/>
            <a:chOff x="0" y="0"/>
            <a:chExt cx="3497682" cy="76232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497682" cy="762322"/>
              <a:chOff x="0" y="0"/>
              <a:chExt cx="595345" cy="12975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95345" cy="129756"/>
              </a:xfrm>
              <a:custGeom>
                <a:avLst/>
                <a:gdLst/>
                <a:ahLst/>
                <a:cxnLst/>
                <a:rect r="r" b="b" t="t" l="l"/>
                <a:pathLst>
                  <a:path h="129756" w="595345">
                    <a:moveTo>
                      <a:pt x="29513" y="0"/>
                    </a:moveTo>
                    <a:lnTo>
                      <a:pt x="565833" y="0"/>
                    </a:lnTo>
                    <a:cubicBezTo>
                      <a:pt x="573660" y="0"/>
                      <a:pt x="581166" y="3109"/>
                      <a:pt x="586701" y="8644"/>
                    </a:cubicBezTo>
                    <a:cubicBezTo>
                      <a:pt x="592236" y="14179"/>
                      <a:pt x="595345" y="21685"/>
                      <a:pt x="595345" y="29513"/>
                    </a:cubicBezTo>
                    <a:lnTo>
                      <a:pt x="595345" y="100243"/>
                    </a:lnTo>
                    <a:cubicBezTo>
                      <a:pt x="595345" y="108070"/>
                      <a:pt x="592236" y="115577"/>
                      <a:pt x="586701" y="121112"/>
                    </a:cubicBezTo>
                    <a:cubicBezTo>
                      <a:pt x="581166" y="126646"/>
                      <a:pt x="573660" y="129756"/>
                      <a:pt x="565833" y="129756"/>
                    </a:cubicBezTo>
                    <a:lnTo>
                      <a:pt x="29513" y="129756"/>
                    </a:lnTo>
                    <a:cubicBezTo>
                      <a:pt x="21685" y="129756"/>
                      <a:pt x="14179" y="126646"/>
                      <a:pt x="8644" y="121112"/>
                    </a:cubicBezTo>
                    <a:cubicBezTo>
                      <a:pt x="3109" y="115577"/>
                      <a:pt x="0" y="108070"/>
                      <a:pt x="0" y="100243"/>
                    </a:cubicBezTo>
                    <a:lnTo>
                      <a:pt x="0" y="29513"/>
                    </a:lnTo>
                    <a:cubicBezTo>
                      <a:pt x="0" y="21685"/>
                      <a:pt x="3109" y="14179"/>
                      <a:pt x="8644" y="8644"/>
                    </a:cubicBezTo>
                    <a:cubicBezTo>
                      <a:pt x="14179" y="3109"/>
                      <a:pt x="21685" y="0"/>
                      <a:pt x="29513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595345" cy="186906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32"/>
              <a:ext cx="3497682" cy="720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규칙 제목은 규칙의 목적이나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적용 브랜치의 이름 등을 작성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7884948" y="5248010"/>
            <a:ext cx="1410078" cy="349013"/>
            <a:chOff x="0" y="0"/>
            <a:chExt cx="371379" cy="919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1379" cy="91921"/>
            </a:xfrm>
            <a:custGeom>
              <a:avLst/>
              <a:gdLst/>
              <a:ahLst/>
              <a:cxnLst/>
              <a:rect r="r" b="b" t="t" l="l"/>
              <a:pathLst>
                <a:path h="91921" w="371379">
                  <a:moveTo>
                    <a:pt x="45961" y="0"/>
                  </a:moveTo>
                  <a:lnTo>
                    <a:pt x="325418" y="0"/>
                  </a:lnTo>
                  <a:cubicBezTo>
                    <a:pt x="350801" y="0"/>
                    <a:pt x="371379" y="20577"/>
                    <a:pt x="371379" y="45961"/>
                  </a:cubicBezTo>
                  <a:lnTo>
                    <a:pt x="371379" y="45961"/>
                  </a:lnTo>
                  <a:cubicBezTo>
                    <a:pt x="371379" y="71344"/>
                    <a:pt x="350801" y="91921"/>
                    <a:pt x="325418" y="91921"/>
                  </a:cubicBezTo>
                  <a:lnTo>
                    <a:pt x="45961" y="91921"/>
                  </a:lnTo>
                  <a:cubicBezTo>
                    <a:pt x="20577" y="91921"/>
                    <a:pt x="0" y="71344"/>
                    <a:pt x="0" y="45961"/>
                  </a:cubicBezTo>
                  <a:lnTo>
                    <a:pt x="0" y="45961"/>
                  </a:lnTo>
                  <a:cubicBezTo>
                    <a:pt x="0" y="20577"/>
                    <a:pt x="20577" y="0"/>
                    <a:pt x="459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71379" cy="149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7.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규칙 활성화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0513848" y="4726040"/>
            <a:ext cx="1410078" cy="249953"/>
            <a:chOff x="0" y="0"/>
            <a:chExt cx="371379" cy="658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1379" cy="65831"/>
            </a:xfrm>
            <a:custGeom>
              <a:avLst/>
              <a:gdLst/>
              <a:ahLst/>
              <a:cxnLst/>
              <a:rect r="r" b="b" t="t" l="l"/>
              <a:pathLst>
                <a:path h="65831" w="371379">
                  <a:moveTo>
                    <a:pt x="32916" y="0"/>
                  </a:moveTo>
                  <a:lnTo>
                    <a:pt x="338463" y="0"/>
                  </a:lnTo>
                  <a:cubicBezTo>
                    <a:pt x="356642" y="0"/>
                    <a:pt x="371379" y="14737"/>
                    <a:pt x="371379" y="32916"/>
                  </a:cubicBezTo>
                  <a:lnTo>
                    <a:pt x="371379" y="32916"/>
                  </a:lnTo>
                  <a:cubicBezTo>
                    <a:pt x="371379" y="41645"/>
                    <a:pt x="367911" y="50018"/>
                    <a:pt x="361738" y="56190"/>
                  </a:cubicBezTo>
                  <a:cubicBezTo>
                    <a:pt x="355565" y="62363"/>
                    <a:pt x="347193" y="65831"/>
                    <a:pt x="338463" y="65831"/>
                  </a:cubicBezTo>
                  <a:lnTo>
                    <a:pt x="32916" y="65831"/>
                  </a:lnTo>
                  <a:cubicBezTo>
                    <a:pt x="24186" y="65831"/>
                    <a:pt x="15814" y="62363"/>
                    <a:pt x="9641" y="56190"/>
                  </a:cubicBezTo>
                  <a:cubicBezTo>
                    <a:pt x="3468" y="50018"/>
                    <a:pt x="0" y="41645"/>
                    <a:pt x="0" y="32916"/>
                  </a:cubicBezTo>
                  <a:lnTo>
                    <a:pt x="0" y="32916"/>
                  </a:lnTo>
                  <a:cubicBezTo>
                    <a:pt x="0" y="24186"/>
                    <a:pt x="3468" y="15814"/>
                    <a:pt x="9641" y="9641"/>
                  </a:cubicBezTo>
                  <a:cubicBezTo>
                    <a:pt x="15814" y="3468"/>
                    <a:pt x="24186" y="0"/>
                    <a:pt x="32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71379" cy="122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8.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Include default branch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978867" y="5191468"/>
            <a:ext cx="2623261" cy="847983"/>
            <a:chOff x="0" y="0"/>
            <a:chExt cx="3497682" cy="1130644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497682" cy="1130644"/>
              <a:chOff x="0" y="0"/>
              <a:chExt cx="595345" cy="19244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95345" cy="192448"/>
              </a:xfrm>
              <a:custGeom>
                <a:avLst/>
                <a:gdLst/>
                <a:ahLst/>
                <a:cxnLst/>
                <a:rect r="r" b="b" t="t" l="l"/>
                <a:pathLst>
                  <a:path h="192448" w="595345">
                    <a:moveTo>
                      <a:pt x="29513" y="0"/>
                    </a:moveTo>
                    <a:lnTo>
                      <a:pt x="565833" y="0"/>
                    </a:lnTo>
                    <a:cubicBezTo>
                      <a:pt x="573660" y="0"/>
                      <a:pt x="581166" y="3109"/>
                      <a:pt x="586701" y="8644"/>
                    </a:cubicBezTo>
                    <a:cubicBezTo>
                      <a:pt x="592236" y="14179"/>
                      <a:pt x="595345" y="21685"/>
                      <a:pt x="595345" y="29513"/>
                    </a:cubicBezTo>
                    <a:lnTo>
                      <a:pt x="595345" y="162936"/>
                    </a:lnTo>
                    <a:cubicBezTo>
                      <a:pt x="595345" y="170763"/>
                      <a:pt x="592236" y="178270"/>
                      <a:pt x="586701" y="183804"/>
                    </a:cubicBezTo>
                    <a:cubicBezTo>
                      <a:pt x="581166" y="189339"/>
                      <a:pt x="573660" y="192448"/>
                      <a:pt x="565833" y="192448"/>
                    </a:cubicBezTo>
                    <a:lnTo>
                      <a:pt x="29513" y="192448"/>
                    </a:lnTo>
                    <a:cubicBezTo>
                      <a:pt x="21685" y="192448"/>
                      <a:pt x="14179" y="189339"/>
                      <a:pt x="8644" y="183804"/>
                    </a:cubicBezTo>
                    <a:cubicBezTo>
                      <a:pt x="3109" y="178270"/>
                      <a:pt x="0" y="170763"/>
                      <a:pt x="0" y="162936"/>
                    </a:cubicBezTo>
                    <a:lnTo>
                      <a:pt x="0" y="29513"/>
                    </a:lnTo>
                    <a:cubicBezTo>
                      <a:pt x="0" y="21685"/>
                      <a:pt x="3109" y="14179"/>
                      <a:pt x="8644" y="8644"/>
                    </a:cubicBezTo>
                    <a:cubicBezTo>
                      <a:pt x="14179" y="3109"/>
                      <a:pt x="21685" y="0"/>
                      <a:pt x="29513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595345" cy="2495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32"/>
              <a:ext cx="3497682" cy="1088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제목의 pattern으로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특정 정규식을 만족하는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브랜치를 선택하는 것도 가능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513848" y="5191468"/>
            <a:ext cx="1410078" cy="362087"/>
            <a:chOff x="0" y="0"/>
            <a:chExt cx="371379" cy="953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1379" cy="95364"/>
            </a:xfrm>
            <a:custGeom>
              <a:avLst/>
              <a:gdLst/>
              <a:ahLst/>
              <a:cxnLst/>
              <a:rect r="r" b="b" t="t" l="l"/>
              <a:pathLst>
                <a:path h="95364" w="371379">
                  <a:moveTo>
                    <a:pt x="47682" y="0"/>
                  </a:moveTo>
                  <a:lnTo>
                    <a:pt x="323696" y="0"/>
                  </a:lnTo>
                  <a:cubicBezTo>
                    <a:pt x="350031" y="0"/>
                    <a:pt x="371379" y="21348"/>
                    <a:pt x="371379" y="47682"/>
                  </a:cubicBezTo>
                  <a:lnTo>
                    <a:pt x="371379" y="47682"/>
                  </a:lnTo>
                  <a:cubicBezTo>
                    <a:pt x="371379" y="60328"/>
                    <a:pt x="366355" y="72456"/>
                    <a:pt x="357413" y="81399"/>
                  </a:cubicBezTo>
                  <a:cubicBezTo>
                    <a:pt x="348471" y="90341"/>
                    <a:pt x="336343" y="95364"/>
                    <a:pt x="323696" y="95364"/>
                  </a:cubicBezTo>
                  <a:lnTo>
                    <a:pt x="47682" y="95364"/>
                  </a:lnTo>
                  <a:cubicBezTo>
                    <a:pt x="21348" y="95364"/>
                    <a:pt x="0" y="74016"/>
                    <a:pt x="0" y="47682"/>
                  </a:cubicBezTo>
                  <a:lnTo>
                    <a:pt x="0" y="47682"/>
                  </a:lnTo>
                  <a:cubicBezTo>
                    <a:pt x="0" y="21348"/>
                    <a:pt x="21348" y="0"/>
                    <a:pt x="4768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8B6FF"/>
              </a:solidFill>
              <a:prstDash val="dash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371379" cy="152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7804381" y="4957115"/>
            <a:ext cx="1768018" cy="290731"/>
            <a:chOff x="0" y="0"/>
            <a:chExt cx="465651" cy="765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5651" cy="76571"/>
            </a:xfrm>
            <a:custGeom>
              <a:avLst/>
              <a:gdLst/>
              <a:ahLst/>
              <a:cxnLst/>
              <a:rect r="r" b="b" t="t" l="l"/>
              <a:pathLst>
                <a:path h="76571" w="465651">
                  <a:moveTo>
                    <a:pt x="38286" y="0"/>
                  </a:moveTo>
                  <a:lnTo>
                    <a:pt x="427365" y="0"/>
                  </a:lnTo>
                  <a:cubicBezTo>
                    <a:pt x="448510" y="0"/>
                    <a:pt x="465651" y="17141"/>
                    <a:pt x="465651" y="38286"/>
                  </a:cubicBezTo>
                  <a:lnTo>
                    <a:pt x="465651" y="38286"/>
                  </a:lnTo>
                  <a:cubicBezTo>
                    <a:pt x="465651" y="48440"/>
                    <a:pt x="461617" y="58178"/>
                    <a:pt x="454437" y="65358"/>
                  </a:cubicBezTo>
                  <a:cubicBezTo>
                    <a:pt x="447257" y="72537"/>
                    <a:pt x="437519" y="76571"/>
                    <a:pt x="427365" y="76571"/>
                  </a:cubicBezTo>
                  <a:lnTo>
                    <a:pt x="38286" y="76571"/>
                  </a:lnTo>
                  <a:cubicBezTo>
                    <a:pt x="28132" y="76571"/>
                    <a:pt x="18394" y="72537"/>
                    <a:pt x="11214" y="65358"/>
                  </a:cubicBezTo>
                  <a:cubicBezTo>
                    <a:pt x="4034" y="58178"/>
                    <a:pt x="0" y="48440"/>
                    <a:pt x="0" y="38286"/>
                  </a:cubicBezTo>
                  <a:lnTo>
                    <a:pt x="0" y="38286"/>
                  </a:lnTo>
                  <a:cubicBezTo>
                    <a:pt x="0" y="28132"/>
                    <a:pt x="4034" y="18394"/>
                    <a:pt x="11214" y="11214"/>
                  </a:cubicBezTo>
                  <a:cubicBezTo>
                    <a:pt x="18394" y="4034"/>
                    <a:pt x="28132" y="0"/>
                    <a:pt x="382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65651" cy="13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9.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삭제 방지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및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강제 push 금지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규칙 활성화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804381" y="6790472"/>
            <a:ext cx="1768018" cy="290731"/>
            <a:chOff x="0" y="0"/>
            <a:chExt cx="465651" cy="765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5651" cy="76571"/>
            </a:xfrm>
            <a:custGeom>
              <a:avLst/>
              <a:gdLst/>
              <a:ahLst/>
              <a:cxnLst/>
              <a:rect r="r" b="b" t="t" l="l"/>
              <a:pathLst>
                <a:path h="76571" w="465651">
                  <a:moveTo>
                    <a:pt x="38286" y="0"/>
                  </a:moveTo>
                  <a:lnTo>
                    <a:pt x="427365" y="0"/>
                  </a:lnTo>
                  <a:cubicBezTo>
                    <a:pt x="448510" y="0"/>
                    <a:pt x="465651" y="17141"/>
                    <a:pt x="465651" y="38286"/>
                  </a:cubicBezTo>
                  <a:lnTo>
                    <a:pt x="465651" y="38286"/>
                  </a:lnTo>
                  <a:cubicBezTo>
                    <a:pt x="465651" y="48440"/>
                    <a:pt x="461617" y="58178"/>
                    <a:pt x="454437" y="65358"/>
                  </a:cubicBezTo>
                  <a:cubicBezTo>
                    <a:pt x="447257" y="72537"/>
                    <a:pt x="437519" y="76571"/>
                    <a:pt x="427365" y="76571"/>
                  </a:cubicBezTo>
                  <a:lnTo>
                    <a:pt x="38286" y="76571"/>
                  </a:lnTo>
                  <a:cubicBezTo>
                    <a:pt x="28132" y="76571"/>
                    <a:pt x="18394" y="72537"/>
                    <a:pt x="11214" y="65358"/>
                  </a:cubicBezTo>
                  <a:cubicBezTo>
                    <a:pt x="4034" y="58178"/>
                    <a:pt x="0" y="48440"/>
                    <a:pt x="0" y="38286"/>
                  </a:cubicBezTo>
                  <a:lnTo>
                    <a:pt x="0" y="38286"/>
                  </a:lnTo>
                  <a:cubicBezTo>
                    <a:pt x="0" y="28132"/>
                    <a:pt x="4034" y="18394"/>
                    <a:pt x="11214" y="11214"/>
                  </a:cubicBezTo>
                  <a:cubicBezTo>
                    <a:pt x="18394" y="4034"/>
                    <a:pt x="28132" y="0"/>
                    <a:pt x="382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465651" cy="13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47058" y="4957115"/>
            <a:ext cx="1955129" cy="295500"/>
            <a:chOff x="0" y="0"/>
            <a:chExt cx="2606839" cy="394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2606839" cy="394000"/>
              <a:chOff x="0" y="0"/>
              <a:chExt cx="443714" cy="6706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43714" cy="67063"/>
              </a:xfrm>
              <a:custGeom>
                <a:avLst/>
                <a:gdLst/>
                <a:ahLst/>
                <a:cxnLst/>
                <a:rect r="r" b="b" t="t" l="l"/>
                <a:pathLst>
                  <a:path h="67063" w="443714">
                    <a:moveTo>
                      <a:pt x="33532" y="0"/>
                    </a:moveTo>
                    <a:lnTo>
                      <a:pt x="410182" y="0"/>
                    </a:lnTo>
                    <a:cubicBezTo>
                      <a:pt x="428701" y="0"/>
                      <a:pt x="443714" y="15013"/>
                      <a:pt x="443714" y="33532"/>
                    </a:cubicBezTo>
                    <a:lnTo>
                      <a:pt x="443714" y="33532"/>
                    </a:lnTo>
                    <a:cubicBezTo>
                      <a:pt x="443714" y="52051"/>
                      <a:pt x="428701" y="67063"/>
                      <a:pt x="410182" y="67063"/>
                    </a:cubicBezTo>
                    <a:lnTo>
                      <a:pt x="33532" y="67063"/>
                    </a:lnTo>
                    <a:cubicBezTo>
                      <a:pt x="15013" y="67063"/>
                      <a:pt x="0" y="52051"/>
                      <a:pt x="0" y="33532"/>
                    </a:cubicBezTo>
                    <a:lnTo>
                      <a:pt x="0" y="33532"/>
                    </a:lnTo>
                    <a:cubicBezTo>
                      <a:pt x="0" y="15013"/>
                      <a:pt x="15013" y="0"/>
                      <a:pt x="335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443714" cy="12421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1832"/>
              <a:ext cx="2606839" cy="35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브랜치 삭제 금지 규칙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47058" y="6785703"/>
            <a:ext cx="1955129" cy="295500"/>
            <a:chOff x="0" y="0"/>
            <a:chExt cx="2606839" cy="394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2606839" cy="394000"/>
              <a:chOff x="0" y="0"/>
              <a:chExt cx="443714" cy="6706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43714" cy="67063"/>
              </a:xfrm>
              <a:custGeom>
                <a:avLst/>
                <a:gdLst/>
                <a:ahLst/>
                <a:cxnLst/>
                <a:rect r="r" b="b" t="t" l="l"/>
                <a:pathLst>
                  <a:path h="67063" w="443714">
                    <a:moveTo>
                      <a:pt x="33532" y="0"/>
                    </a:moveTo>
                    <a:lnTo>
                      <a:pt x="410182" y="0"/>
                    </a:lnTo>
                    <a:cubicBezTo>
                      <a:pt x="428701" y="0"/>
                      <a:pt x="443714" y="15013"/>
                      <a:pt x="443714" y="33532"/>
                    </a:cubicBezTo>
                    <a:lnTo>
                      <a:pt x="443714" y="33532"/>
                    </a:lnTo>
                    <a:cubicBezTo>
                      <a:pt x="443714" y="52051"/>
                      <a:pt x="428701" y="67063"/>
                      <a:pt x="410182" y="67063"/>
                    </a:cubicBezTo>
                    <a:lnTo>
                      <a:pt x="33532" y="67063"/>
                    </a:lnTo>
                    <a:cubicBezTo>
                      <a:pt x="15013" y="67063"/>
                      <a:pt x="0" y="52051"/>
                      <a:pt x="0" y="33532"/>
                    </a:cubicBezTo>
                    <a:lnTo>
                      <a:pt x="0" y="33532"/>
                    </a:lnTo>
                    <a:cubicBezTo>
                      <a:pt x="0" y="15013"/>
                      <a:pt x="15013" y="0"/>
                      <a:pt x="335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443714" cy="12421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1832"/>
              <a:ext cx="2606839" cy="352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강제 push 금지 규칙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7829146" y="7045742"/>
            <a:ext cx="468808" cy="243106"/>
            <a:chOff x="0" y="0"/>
            <a:chExt cx="123472" cy="640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472" cy="64028"/>
            </a:xfrm>
            <a:custGeom>
              <a:avLst/>
              <a:gdLst/>
              <a:ahLst/>
              <a:cxnLst/>
              <a:rect r="r" b="b" t="t" l="l"/>
              <a:pathLst>
                <a:path h="64028" w="123472">
                  <a:moveTo>
                    <a:pt x="32014" y="0"/>
                  </a:moveTo>
                  <a:lnTo>
                    <a:pt x="91458" y="0"/>
                  </a:lnTo>
                  <a:cubicBezTo>
                    <a:pt x="109139" y="0"/>
                    <a:pt x="123472" y="14333"/>
                    <a:pt x="123472" y="32014"/>
                  </a:cubicBezTo>
                  <a:lnTo>
                    <a:pt x="123472" y="32014"/>
                  </a:lnTo>
                  <a:cubicBezTo>
                    <a:pt x="123472" y="40505"/>
                    <a:pt x="120099" y="48647"/>
                    <a:pt x="114095" y="54651"/>
                  </a:cubicBezTo>
                  <a:cubicBezTo>
                    <a:pt x="108092" y="60655"/>
                    <a:pt x="99949" y="64028"/>
                    <a:pt x="91458" y="64028"/>
                  </a:cubicBezTo>
                  <a:lnTo>
                    <a:pt x="32014" y="64028"/>
                  </a:lnTo>
                  <a:cubicBezTo>
                    <a:pt x="14333" y="64028"/>
                    <a:pt x="0" y="49695"/>
                    <a:pt x="0" y="32014"/>
                  </a:cubicBezTo>
                  <a:lnTo>
                    <a:pt x="0" y="32014"/>
                  </a:lnTo>
                  <a:cubicBezTo>
                    <a:pt x="0" y="14333"/>
                    <a:pt x="14333" y="0"/>
                    <a:pt x="320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23472" cy="121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10.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Create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sp>
        <p:nvSpPr>
          <p:cNvPr name="AutoShape 27" id="27"/>
          <p:cNvSpPr/>
          <p:nvPr/>
        </p:nvSpPr>
        <p:spPr>
          <a:xfrm flipH="true">
            <a:off x="8308167" y="6772463"/>
            <a:ext cx="477615" cy="303298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7849776" y="4096203"/>
            <a:ext cx="3327204" cy="301454"/>
            <a:chOff x="0" y="0"/>
            <a:chExt cx="876301" cy="793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6301" cy="79395"/>
            </a:xfrm>
            <a:custGeom>
              <a:avLst/>
              <a:gdLst/>
              <a:ahLst/>
              <a:cxnLst/>
              <a:rect r="r" b="b" t="t" l="l"/>
              <a:pathLst>
                <a:path h="79395" w="876301">
                  <a:moveTo>
                    <a:pt x="34903" y="0"/>
                  </a:moveTo>
                  <a:lnTo>
                    <a:pt x="841398" y="0"/>
                  </a:lnTo>
                  <a:cubicBezTo>
                    <a:pt x="850655" y="0"/>
                    <a:pt x="859532" y="3677"/>
                    <a:pt x="866078" y="10223"/>
                  </a:cubicBezTo>
                  <a:cubicBezTo>
                    <a:pt x="872623" y="16768"/>
                    <a:pt x="876301" y="25646"/>
                    <a:pt x="876301" y="34903"/>
                  </a:cubicBezTo>
                  <a:lnTo>
                    <a:pt x="876301" y="44492"/>
                  </a:lnTo>
                  <a:cubicBezTo>
                    <a:pt x="876301" y="63769"/>
                    <a:pt x="860674" y="79395"/>
                    <a:pt x="841398" y="79395"/>
                  </a:cubicBezTo>
                  <a:lnTo>
                    <a:pt x="34903" y="79395"/>
                  </a:lnTo>
                  <a:cubicBezTo>
                    <a:pt x="15627" y="79395"/>
                    <a:pt x="0" y="63769"/>
                    <a:pt x="0" y="44492"/>
                  </a:cubicBezTo>
                  <a:lnTo>
                    <a:pt x="0" y="34903"/>
                  </a:lnTo>
                  <a:cubicBezTo>
                    <a:pt x="0" y="25646"/>
                    <a:pt x="3677" y="16768"/>
                    <a:pt x="10223" y="10223"/>
                  </a:cubicBezTo>
                  <a:cubicBezTo>
                    <a:pt x="16768" y="3677"/>
                    <a:pt x="25646" y="0"/>
                    <a:pt x="34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76301" cy="136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11. 규칙 생성 여부 확인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26386" y="3006142"/>
            <a:ext cx="7435227" cy="4758545"/>
          </a:xfrm>
          <a:custGeom>
            <a:avLst/>
            <a:gdLst/>
            <a:ahLst/>
            <a:cxnLst/>
            <a:rect r="r" b="b" t="t" l="l"/>
            <a:pathLst>
              <a:path h="4758545" w="7435227">
                <a:moveTo>
                  <a:pt x="0" y="0"/>
                </a:moveTo>
                <a:lnTo>
                  <a:pt x="7435228" y="0"/>
                </a:lnTo>
                <a:lnTo>
                  <a:pt x="7435228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12. GitKraken에서 리포지토리 클론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169367" y="5385415"/>
            <a:ext cx="2662423" cy="571741"/>
            <a:chOff x="0" y="0"/>
            <a:chExt cx="3549897" cy="76232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549897" cy="762322"/>
              <a:chOff x="0" y="0"/>
              <a:chExt cx="604233" cy="12975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04233" cy="129756"/>
              </a:xfrm>
              <a:custGeom>
                <a:avLst/>
                <a:gdLst/>
                <a:ahLst/>
                <a:cxnLst/>
                <a:rect r="r" b="b" t="t" l="l"/>
                <a:pathLst>
                  <a:path h="129756" w="604233">
                    <a:moveTo>
                      <a:pt x="29078" y="0"/>
                    </a:moveTo>
                    <a:lnTo>
                      <a:pt x="575154" y="0"/>
                    </a:lnTo>
                    <a:cubicBezTo>
                      <a:pt x="591214" y="0"/>
                      <a:pt x="604233" y="13019"/>
                      <a:pt x="604233" y="29078"/>
                    </a:cubicBezTo>
                    <a:lnTo>
                      <a:pt x="604233" y="100677"/>
                    </a:lnTo>
                    <a:cubicBezTo>
                      <a:pt x="604233" y="116737"/>
                      <a:pt x="591214" y="129756"/>
                      <a:pt x="575154" y="129756"/>
                    </a:cubicBezTo>
                    <a:lnTo>
                      <a:pt x="29078" y="129756"/>
                    </a:lnTo>
                    <a:cubicBezTo>
                      <a:pt x="13019" y="129756"/>
                      <a:pt x="0" y="116737"/>
                      <a:pt x="0" y="100677"/>
                    </a:cubicBezTo>
                    <a:lnTo>
                      <a:pt x="0" y="29078"/>
                    </a:lnTo>
                    <a:cubicBezTo>
                      <a:pt x="0" y="13019"/>
                      <a:pt x="13019" y="0"/>
                      <a:pt x="2907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604233" cy="186906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832"/>
              <a:ext cx="3549897" cy="720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conflict를 유발한 후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force push를 시도할 것임.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572859" y="3006142"/>
            <a:ext cx="7142282" cy="4758545"/>
          </a:xfrm>
          <a:custGeom>
            <a:avLst/>
            <a:gdLst/>
            <a:ahLst/>
            <a:cxnLst/>
            <a:rect r="r" b="b" t="t" l="l"/>
            <a:pathLst>
              <a:path h="4758545" w="7142282">
                <a:moveTo>
                  <a:pt x="0" y="0"/>
                </a:moveTo>
                <a:lnTo>
                  <a:pt x="7142282" y="0"/>
                </a:lnTo>
                <a:lnTo>
                  <a:pt x="7142282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13. HelloWorld.txt 파일 생성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26386" y="3006142"/>
            <a:ext cx="7435227" cy="4758545"/>
          </a:xfrm>
          <a:custGeom>
            <a:avLst/>
            <a:gdLst/>
            <a:ahLst/>
            <a:cxnLst/>
            <a:rect r="r" b="b" t="t" l="l"/>
            <a:pathLst>
              <a:path h="4758545" w="7435227">
                <a:moveTo>
                  <a:pt x="0" y="0"/>
                </a:moveTo>
                <a:lnTo>
                  <a:pt x="7435228" y="0"/>
                </a:lnTo>
                <a:lnTo>
                  <a:pt x="7435228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14. 변경점 커밋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26386" y="3006142"/>
            <a:ext cx="7435227" cy="4758545"/>
          </a:xfrm>
          <a:custGeom>
            <a:avLst/>
            <a:gdLst/>
            <a:ahLst/>
            <a:cxnLst/>
            <a:rect r="r" b="b" t="t" l="l"/>
            <a:pathLst>
              <a:path h="4758545" w="7435227">
                <a:moveTo>
                  <a:pt x="0" y="0"/>
                </a:moveTo>
                <a:lnTo>
                  <a:pt x="7435228" y="0"/>
                </a:lnTo>
                <a:lnTo>
                  <a:pt x="7435228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29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15. 커밋 결과 확인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747596" y="4344266"/>
            <a:ext cx="2662423" cy="571741"/>
            <a:chOff x="0" y="0"/>
            <a:chExt cx="3549897" cy="76232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549897" cy="762322"/>
              <a:chOff x="0" y="0"/>
              <a:chExt cx="604233" cy="12975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04233" cy="129756"/>
              </a:xfrm>
              <a:custGeom>
                <a:avLst/>
                <a:gdLst/>
                <a:ahLst/>
                <a:cxnLst/>
                <a:rect r="r" b="b" t="t" l="l"/>
                <a:pathLst>
                  <a:path h="129756" w="604233">
                    <a:moveTo>
                      <a:pt x="29078" y="0"/>
                    </a:moveTo>
                    <a:lnTo>
                      <a:pt x="575154" y="0"/>
                    </a:lnTo>
                    <a:cubicBezTo>
                      <a:pt x="591214" y="0"/>
                      <a:pt x="604233" y="13019"/>
                      <a:pt x="604233" y="29078"/>
                    </a:cubicBezTo>
                    <a:lnTo>
                      <a:pt x="604233" y="100677"/>
                    </a:lnTo>
                    <a:cubicBezTo>
                      <a:pt x="604233" y="116737"/>
                      <a:pt x="591214" y="129756"/>
                      <a:pt x="575154" y="129756"/>
                    </a:cubicBezTo>
                    <a:lnTo>
                      <a:pt x="29078" y="129756"/>
                    </a:lnTo>
                    <a:cubicBezTo>
                      <a:pt x="13019" y="129756"/>
                      <a:pt x="0" y="116737"/>
                      <a:pt x="0" y="100677"/>
                    </a:cubicBezTo>
                    <a:lnTo>
                      <a:pt x="0" y="29078"/>
                    </a:lnTo>
                    <a:cubicBezTo>
                      <a:pt x="0" y="13019"/>
                      <a:pt x="13019" y="0"/>
                      <a:pt x="2907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604233" cy="186906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832"/>
              <a:ext cx="3549897" cy="720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conflict 유발을 위해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push는 하지 않는다.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16. GitHub 리포지토리 접속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289978" y="4813674"/>
            <a:ext cx="2376978" cy="571741"/>
            <a:chOff x="0" y="0"/>
            <a:chExt cx="3169303" cy="76232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169303" cy="762322"/>
              <a:chOff x="0" y="0"/>
              <a:chExt cx="539451" cy="12975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39451" cy="129756"/>
              </a:xfrm>
              <a:custGeom>
                <a:avLst/>
                <a:gdLst/>
                <a:ahLst/>
                <a:cxnLst/>
                <a:rect r="r" b="b" t="t" l="l"/>
                <a:pathLst>
                  <a:path h="129756" w="539451">
                    <a:moveTo>
                      <a:pt x="32570" y="0"/>
                    </a:moveTo>
                    <a:lnTo>
                      <a:pt x="506881" y="0"/>
                    </a:lnTo>
                    <a:cubicBezTo>
                      <a:pt x="515519" y="0"/>
                      <a:pt x="523804" y="3432"/>
                      <a:pt x="529912" y="9540"/>
                    </a:cubicBezTo>
                    <a:cubicBezTo>
                      <a:pt x="536020" y="15648"/>
                      <a:pt x="539451" y="23932"/>
                      <a:pt x="539451" y="32570"/>
                    </a:cubicBezTo>
                    <a:lnTo>
                      <a:pt x="539451" y="97185"/>
                    </a:lnTo>
                    <a:cubicBezTo>
                      <a:pt x="539451" y="105824"/>
                      <a:pt x="536020" y="114108"/>
                      <a:pt x="529912" y="120216"/>
                    </a:cubicBezTo>
                    <a:cubicBezTo>
                      <a:pt x="523804" y="126324"/>
                      <a:pt x="515519" y="129756"/>
                      <a:pt x="506881" y="129756"/>
                    </a:cubicBezTo>
                    <a:lnTo>
                      <a:pt x="32570" y="129756"/>
                    </a:lnTo>
                    <a:cubicBezTo>
                      <a:pt x="23932" y="129756"/>
                      <a:pt x="15648" y="126324"/>
                      <a:pt x="9540" y="120216"/>
                    </a:cubicBezTo>
                    <a:cubicBezTo>
                      <a:pt x="3432" y="114108"/>
                      <a:pt x="0" y="105824"/>
                      <a:pt x="0" y="97185"/>
                    </a:cubicBezTo>
                    <a:lnTo>
                      <a:pt x="0" y="32570"/>
                    </a:lnTo>
                    <a:cubicBezTo>
                      <a:pt x="0" y="23932"/>
                      <a:pt x="3432" y="15648"/>
                      <a:pt x="9540" y="9540"/>
                    </a:cubicBezTo>
                    <a:cubicBezTo>
                      <a:pt x="15648" y="3432"/>
                      <a:pt x="23932" y="0"/>
                      <a:pt x="32570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539451" cy="186906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832"/>
              <a:ext cx="3169303" cy="720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push를 하지 않았으므로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변경점이 반영되지 않았음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9424964" y="4276108"/>
            <a:ext cx="885669" cy="249020"/>
            <a:chOff x="0" y="0"/>
            <a:chExt cx="233263" cy="655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3263" cy="65586"/>
            </a:xfrm>
            <a:custGeom>
              <a:avLst/>
              <a:gdLst/>
              <a:ahLst/>
              <a:cxnLst/>
              <a:rect r="r" b="b" t="t" l="l"/>
              <a:pathLst>
                <a:path h="65586" w="233263">
                  <a:moveTo>
                    <a:pt x="32793" y="0"/>
                  </a:moveTo>
                  <a:lnTo>
                    <a:pt x="200470" y="0"/>
                  </a:lnTo>
                  <a:cubicBezTo>
                    <a:pt x="218581" y="0"/>
                    <a:pt x="233263" y="14682"/>
                    <a:pt x="233263" y="32793"/>
                  </a:cubicBezTo>
                  <a:lnTo>
                    <a:pt x="233263" y="32793"/>
                  </a:lnTo>
                  <a:cubicBezTo>
                    <a:pt x="233263" y="50904"/>
                    <a:pt x="218581" y="65586"/>
                    <a:pt x="200470" y="65586"/>
                  </a:cubicBezTo>
                  <a:lnTo>
                    <a:pt x="32793" y="65586"/>
                  </a:lnTo>
                  <a:cubicBezTo>
                    <a:pt x="14682" y="65586"/>
                    <a:pt x="0" y="50904"/>
                    <a:pt x="0" y="32793"/>
                  </a:cubicBezTo>
                  <a:lnTo>
                    <a:pt x="0" y="32793"/>
                  </a:lnTo>
                  <a:cubicBezTo>
                    <a:pt x="0" y="14682"/>
                    <a:pt x="14682" y="0"/>
                    <a:pt x="327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33263" cy="122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17.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Add file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&gt;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Create new file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5178545" y="3801943"/>
            <a:ext cx="1660993" cy="249020"/>
            <a:chOff x="0" y="0"/>
            <a:chExt cx="437463" cy="655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7463" cy="65586"/>
            </a:xfrm>
            <a:custGeom>
              <a:avLst/>
              <a:gdLst/>
              <a:ahLst/>
              <a:cxnLst/>
              <a:rect r="r" b="b" t="t" l="l"/>
              <a:pathLst>
                <a:path h="65586" w="437463">
                  <a:moveTo>
                    <a:pt x="32793" y="0"/>
                  </a:moveTo>
                  <a:lnTo>
                    <a:pt x="404670" y="0"/>
                  </a:lnTo>
                  <a:cubicBezTo>
                    <a:pt x="422781" y="0"/>
                    <a:pt x="437463" y="14682"/>
                    <a:pt x="437463" y="32793"/>
                  </a:cubicBezTo>
                  <a:lnTo>
                    <a:pt x="437463" y="32793"/>
                  </a:lnTo>
                  <a:cubicBezTo>
                    <a:pt x="437463" y="41490"/>
                    <a:pt x="434008" y="49831"/>
                    <a:pt x="427858" y="55981"/>
                  </a:cubicBezTo>
                  <a:cubicBezTo>
                    <a:pt x="421709" y="62131"/>
                    <a:pt x="413368" y="65586"/>
                    <a:pt x="404670" y="65586"/>
                  </a:cubicBezTo>
                  <a:lnTo>
                    <a:pt x="32793" y="65586"/>
                  </a:lnTo>
                  <a:cubicBezTo>
                    <a:pt x="14682" y="65586"/>
                    <a:pt x="0" y="50904"/>
                    <a:pt x="0" y="32793"/>
                  </a:cubicBezTo>
                  <a:lnTo>
                    <a:pt x="0" y="32793"/>
                  </a:lnTo>
                  <a:cubicBezTo>
                    <a:pt x="0" y="14682"/>
                    <a:pt x="14682" y="0"/>
                    <a:pt x="327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37463" cy="122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18. 같은 제목의 파일에 다른 변경점 생성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178545" y="4209613"/>
            <a:ext cx="925663" cy="249020"/>
            <a:chOff x="0" y="0"/>
            <a:chExt cx="243796" cy="655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796" cy="65586"/>
            </a:xfrm>
            <a:custGeom>
              <a:avLst/>
              <a:gdLst/>
              <a:ahLst/>
              <a:cxnLst/>
              <a:rect r="r" b="b" t="t" l="l"/>
              <a:pathLst>
                <a:path h="65586" w="243796">
                  <a:moveTo>
                    <a:pt x="32793" y="0"/>
                  </a:moveTo>
                  <a:lnTo>
                    <a:pt x="211003" y="0"/>
                  </a:lnTo>
                  <a:cubicBezTo>
                    <a:pt x="219700" y="0"/>
                    <a:pt x="228041" y="3455"/>
                    <a:pt x="234191" y="9605"/>
                  </a:cubicBezTo>
                  <a:cubicBezTo>
                    <a:pt x="240341" y="15755"/>
                    <a:pt x="243796" y="24096"/>
                    <a:pt x="243796" y="32793"/>
                  </a:cubicBezTo>
                  <a:lnTo>
                    <a:pt x="243796" y="32793"/>
                  </a:lnTo>
                  <a:cubicBezTo>
                    <a:pt x="243796" y="50904"/>
                    <a:pt x="229114" y="65586"/>
                    <a:pt x="211003" y="65586"/>
                  </a:cubicBezTo>
                  <a:lnTo>
                    <a:pt x="32793" y="65586"/>
                  </a:lnTo>
                  <a:cubicBezTo>
                    <a:pt x="14682" y="65586"/>
                    <a:pt x="0" y="50904"/>
                    <a:pt x="0" y="32793"/>
                  </a:cubicBezTo>
                  <a:lnTo>
                    <a:pt x="0" y="32793"/>
                  </a:lnTo>
                  <a:cubicBezTo>
                    <a:pt x="0" y="14682"/>
                    <a:pt x="14682" y="0"/>
                    <a:pt x="327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243796" cy="122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96562" y="3778712"/>
            <a:ext cx="2144568" cy="295483"/>
            <a:chOff x="0" y="0"/>
            <a:chExt cx="2859423" cy="393978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2859423" cy="393978"/>
              <a:chOff x="0" y="0"/>
              <a:chExt cx="486706" cy="6705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86706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486706">
                    <a:moveTo>
                      <a:pt x="33530" y="0"/>
                    </a:moveTo>
                    <a:lnTo>
                      <a:pt x="453177" y="0"/>
                    </a:lnTo>
                    <a:cubicBezTo>
                      <a:pt x="462069" y="0"/>
                      <a:pt x="470598" y="3533"/>
                      <a:pt x="476886" y="9821"/>
                    </a:cubicBezTo>
                    <a:cubicBezTo>
                      <a:pt x="483174" y="16109"/>
                      <a:pt x="486706" y="24637"/>
                      <a:pt x="486706" y="33530"/>
                    </a:cubicBezTo>
                    <a:lnTo>
                      <a:pt x="486706" y="33530"/>
                    </a:lnTo>
                    <a:cubicBezTo>
                      <a:pt x="486706" y="52048"/>
                      <a:pt x="471695" y="67059"/>
                      <a:pt x="453177" y="67059"/>
                    </a:cubicBezTo>
                    <a:lnTo>
                      <a:pt x="33530" y="67059"/>
                    </a:lnTo>
                    <a:cubicBezTo>
                      <a:pt x="15012" y="67059"/>
                      <a:pt x="0" y="52048"/>
                      <a:pt x="0" y="33530"/>
                    </a:cubicBezTo>
                    <a:lnTo>
                      <a:pt x="0" y="33530"/>
                    </a:lnTo>
                    <a:cubicBezTo>
                      <a:pt x="0" y="15012"/>
                      <a:pt x="15012" y="0"/>
                      <a:pt x="33530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486706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1832"/>
              <a:ext cx="2859423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파일의 이름이 같아야 함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165042" y="4186382"/>
            <a:ext cx="3664758" cy="295483"/>
            <a:chOff x="0" y="0"/>
            <a:chExt cx="4886343" cy="393978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886343" cy="393978"/>
              <a:chOff x="0" y="0"/>
              <a:chExt cx="831711" cy="6705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31711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831711">
                    <a:moveTo>
                      <a:pt x="21125" y="0"/>
                    </a:moveTo>
                    <a:lnTo>
                      <a:pt x="810586" y="0"/>
                    </a:lnTo>
                    <a:cubicBezTo>
                      <a:pt x="816189" y="0"/>
                      <a:pt x="821562" y="2226"/>
                      <a:pt x="825524" y="6187"/>
                    </a:cubicBezTo>
                    <a:cubicBezTo>
                      <a:pt x="829485" y="10149"/>
                      <a:pt x="831711" y="15523"/>
                      <a:pt x="831711" y="21125"/>
                    </a:cubicBezTo>
                    <a:lnTo>
                      <a:pt x="831711" y="45934"/>
                    </a:lnTo>
                    <a:cubicBezTo>
                      <a:pt x="831711" y="57601"/>
                      <a:pt x="822253" y="67059"/>
                      <a:pt x="810586" y="67059"/>
                    </a:cubicBezTo>
                    <a:lnTo>
                      <a:pt x="21125" y="67059"/>
                    </a:lnTo>
                    <a:cubicBezTo>
                      <a:pt x="15523" y="67059"/>
                      <a:pt x="10149" y="64834"/>
                      <a:pt x="6187" y="60872"/>
                    </a:cubicBezTo>
                    <a:cubicBezTo>
                      <a:pt x="2226" y="56910"/>
                      <a:pt x="0" y="51537"/>
                      <a:pt x="0" y="45934"/>
                    </a:cubicBezTo>
                    <a:lnTo>
                      <a:pt x="0" y="21125"/>
                    </a:lnTo>
                    <a:cubicBezTo>
                      <a:pt x="0" y="15523"/>
                      <a:pt x="2226" y="10149"/>
                      <a:pt x="6187" y="6187"/>
                    </a:cubicBezTo>
                    <a:cubicBezTo>
                      <a:pt x="10149" y="2226"/>
                      <a:pt x="15523" y="0"/>
                      <a:pt x="2112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831711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1832"/>
              <a:ext cx="4886343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변경된 내용이 같은 줄, 다른 내용이어야 함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19.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Commit changes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316645" y="3805753"/>
            <a:ext cx="738973" cy="249020"/>
            <a:chOff x="0" y="0"/>
            <a:chExt cx="194627" cy="655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4627" cy="65586"/>
            </a:xfrm>
            <a:custGeom>
              <a:avLst/>
              <a:gdLst/>
              <a:ahLst/>
              <a:cxnLst/>
              <a:rect r="r" b="b" t="t" l="l"/>
              <a:pathLst>
                <a:path h="65586" w="194627">
                  <a:moveTo>
                    <a:pt x="32793" y="0"/>
                  </a:moveTo>
                  <a:lnTo>
                    <a:pt x="161834" y="0"/>
                  </a:lnTo>
                  <a:cubicBezTo>
                    <a:pt x="179945" y="0"/>
                    <a:pt x="194627" y="14682"/>
                    <a:pt x="194627" y="32793"/>
                  </a:cubicBezTo>
                  <a:lnTo>
                    <a:pt x="194627" y="32793"/>
                  </a:lnTo>
                  <a:cubicBezTo>
                    <a:pt x="194627" y="41490"/>
                    <a:pt x="191172" y="49831"/>
                    <a:pt x="185022" y="55981"/>
                  </a:cubicBezTo>
                  <a:cubicBezTo>
                    <a:pt x="178872" y="62131"/>
                    <a:pt x="170531" y="65586"/>
                    <a:pt x="161834" y="65586"/>
                  </a:cubicBezTo>
                  <a:lnTo>
                    <a:pt x="32793" y="65586"/>
                  </a:lnTo>
                  <a:cubicBezTo>
                    <a:pt x="14682" y="65586"/>
                    <a:pt x="0" y="50904"/>
                    <a:pt x="0" y="32793"/>
                  </a:cubicBezTo>
                  <a:lnTo>
                    <a:pt x="0" y="32793"/>
                  </a:lnTo>
                  <a:cubicBezTo>
                    <a:pt x="0" y="14682"/>
                    <a:pt x="14682" y="0"/>
                    <a:pt x="3279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94627" cy="122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8119642" y="4609912"/>
            <a:ext cx="2033316" cy="345135"/>
            <a:chOff x="0" y="0"/>
            <a:chExt cx="535524" cy="90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5524" cy="90900"/>
            </a:xfrm>
            <a:custGeom>
              <a:avLst/>
              <a:gdLst/>
              <a:ahLst/>
              <a:cxnLst/>
              <a:rect r="r" b="b" t="t" l="l"/>
              <a:pathLst>
                <a:path h="90900" w="535524">
                  <a:moveTo>
                    <a:pt x="45450" y="0"/>
                  </a:moveTo>
                  <a:lnTo>
                    <a:pt x="490074" y="0"/>
                  </a:lnTo>
                  <a:cubicBezTo>
                    <a:pt x="502128" y="0"/>
                    <a:pt x="513688" y="4788"/>
                    <a:pt x="522212" y="13312"/>
                  </a:cubicBezTo>
                  <a:cubicBezTo>
                    <a:pt x="530735" y="21835"/>
                    <a:pt x="535524" y="33396"/>
                    <a:pt x="535524" y="45450"/>
                  </a:cubicBezTo>
                  <a:lnTo>
                    <a:pt x="535524" y="45450"/>
                  </a:lnTo>
                  <a:cubicBezTo>
                    <a:pt x="535524" y="57504"/>
                    <a:pt x="530735" y="69064"/>
                    <a:pt x="522212" y="77588"/>
                  </a:cubicBezTo>
                  <a:cubicBezTo>
                    <a:pt x="513688" y="86111"/>
                    <a:pt x="502128" y="90900"/>
                    <a:pt x="490074" y="90900"/>
                  </a:cubicBezTo>
                  <a:lnTo>
                    <a:pt x="45450" y="90900"/>
                  </a:lnTo>
                  <a:cubicBezTo>
                    <a:pt x="33396" y="90900"/>
                    <a:pt x="21835" y="86111"/>
                    <a:pt x="13312" y="77588"/>
                  </a:cubicBezTo>
                  <a:cubicBezTo>
                    <a:pt x="4788" y="69064"/>
                    <a:pt x="0" y="57504"/>
                    <a:pt x="0" y="45450"/>
                  </a:cubicBezTo>
                  <a:lnTo>
                    <a:pt x="0" y="45450"/>
                  </a:lnTo>
                  <a:cubicBezTo>
                    <a:pt x="0" y="33396"/>
                    <a:pt x="4788" y="21835"/>
                    <a:pt x="13312" y="13312"/>
                  </a:cubicBezTo>
                  <a:cubicBezTo>
                    <a:pt x="21835" y="4788"/>
                    <a:pt x="33396" y="0"/>
                    <a:pt x="454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35524" cy="148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20. 커밋 메시지 작성 후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       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Commit changes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44640" y="6489170"/>
            <a:ext cx="708318" cy="242613"/>
            <a:chOff x="0" y="0"/>
            <a:chExt cx="186553" cy="638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6553" cy="63898"/>
            </a:xfrm>
            <a:custGeom>
              <a:avLst/>
              <a:gdLst/>
              <a:ahLst/>
              <a:cxnLst/>
              <a:rect r="r" b="b" t="t" l="l"/>
              <a:pathLst>
                <a:path h="63898" w="186553">
                  <a:moveTo>
                    <a:pt x="31949" y="0"/>
                  </a:moveTo>
                  <a:lnTo>
                    <a:pt x="154604" y="0"/>
                  </a:lnTo>
                  <a:cubicBezTo>
                    <a:pt x="172249" y="0"/>
                    <a:pt x="186553" y="14304"/>
                    <a:pt x="186553" y="31949"/>
                  </a:cubicBezTo>
                  <a:lnTo>
                    <a:pt x="186553" y="31949"/>
                  </a:lnTo>
                  <a:cubicBezTo>
                    <a:pt x="186553" y="40422"/>
                    <a:pt x="183187" y="48549"/>
                    <a:pt x="177195" y="54540"/>
                  </a:cubicBezTo>
                  <a:cubicBezTo>
                    <a:pt x="171204" y="60532"/>
                    <a:pt x="163077" y="63898"/>
                    <a:pt x="154604" y="63898"/>
                  </a:cubicBezTo>
                  <a:lnTo>
                    <a:pt x="31949" y="63898"/>
                  </a:lnTo>
                  <a:cubicBezTo>
                    <a:pt x="23476" y="63898"/>
                    <a:pt x="15349" y="60532"/>
                    <a:pt x="9358" y="54540"/>
                  </a:cubicBezTo>
                  <a:cubicBezTo>
                    <a:pt x="3366" y="48549"/>
                    <a:pt x="0" y="40422"/>
                    <a:pt x="0" y="31949"/>
                  </a:cubicBezTo>
                  <a:lnTo>
                    <a:pt x="0" y="31949"/>
                  </a:lnTo>
                  <a:cubicBezTo>
                    <a:pt x="0" y="23476"/>
                    <a:pt x="3366" y="15349"/>
                    <a:pt x="9358" y="9358"/>
                  </a:cubicBezTo>
                  <a:cubicBezTo>
                    <a:pt x="15349" y="3366"/>
                    <a:pt x="23476" y="0"/>
                    <a:pt x="31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86553" cy="121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26386" y="3006142"/>
            <a:ext cx="7435227" cy="4758545"/>
          </a:xfrm>
          <a:custGeom>
            <a:avLst/>
            <a:gdLst/>
            <a:ahLst/>
            <a:cxnLst/>
            <a:rect r="r" b="b" t="t" l="l"/>
            <a:pathLst>
              <a:path h="4758545" w="7435227">
                <a:moveTo>
                  <a:pt x="0" y="0"/>
                </a:moveTo>
                <a:lnTo>
                  <a:pt x="7435228" y="0"/>
                </a:lnTo>
                <a:lnTo>
                  <a:pt x="7435228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21.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fetch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후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push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46043" y="3496937"/>
            <a:ext cx="390557" cy="390135"/>
            <a:chOff x="0" y="0"/>
            <a:chExt cx="102863" cy="102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863" cy="102752"/>
            </a:xfrm>
            <a:custGeom>
              <a:avLst/>
              <a:gdLst/>
              <a:ahLst/>
              <a:cxnLst/>
              <a:rect r="r" b="b" t="t" l="l"/>
              <a:pathLst>
                <a:path h="102752" w="102863">
                  <a:moveTo>
                    <a:pt x="51376" y="0"/>
                  </a:moveTo>
                  <a:lnTo>
                    <a:pt x="51487" y="0"/>
                  </a:lnTo>
                  <a:cubicBezTo>
                    <a:pt x="79861" y="0"/>
                    <a:pt x="102863" y="23002"/>
                    <a:pt x="102863" y="51376"/>
                  </a:cubicBezTo>
                  <a:lnTo>
                    <a:pt x="102863" y="51376"/>
                  </a:lnTo>
                  <a:cubicBezTo>
                    <a:pt x="102863" y="79750"/>
                    <a:pt x="79861" y="102752"/>
                    <a:pt x="51487" y="102752"/>
                  </a:cubicBezTo>
                  <a:lnTo>
                    <a:pt x="51376" y="102752"/>
                  </a:lnTo>
                  <a:cubicBezTo>
                    <a:pt x="23002" y="102752"/>
                    <a:pt x="0" y="79750"/>
                    <a:pt x="0" y="51376"/>
                  </a:cubicBezTo>
                  <a:lnTo>
                    <a:pt x="0" y="51376"/>
                  </a:lnTo>
                  <a:cubicBezTo>
                    <a:pt x="0" y="23002"/>
                    <a:pt x="23002" y="0"/>
                    <a:pt x="513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2863" cy="159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9006474" y="3829245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26386" y="3006142"/>
            <a:ext cx="7435227" cy="4758545"/>
          </a:xfrm>
          <a:custGeom>
            <a:avLst/>
            <a:gdLst/>
            <a:ahLst/>
            <a:cxnLst/>
            <a:rect r="r" b="b" t="t" l="l"/>
            <a:pathLst>
              <a:path h="4758545" w="7435227">
                <a:moveTo>
                  <a:pt x="0" y="0"/>
                </a:moveTo>
                <a:lnTo>
                  <a:pt x="7435228" y="0"/>
                </a:lnTo>
                <a:lnTo>
                  <a:pt x="7435228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1049358" y="3571696"/>
            <a:ext cx="630694" cy="238351"/>
            <a:chOff x="0" y="0"/>
            <a:chExt cx="166109" cy="627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6109" cy="62776"/>
            </a:xfrm>
            <a:custGeom>
              <a:avLst/>
              <a:gdLst/>
              <a:ahLst/>
              <a:cxnLst/>
              <a:rect r="r" b="b" t="t" l="l"/>
              <a:pathLst>
                <a:path h="62776" w="166109">
                  <a:moveTo>
                    <a:pt x="31388" y="0"/>
                  </a:moveTo>
                  <a:lnTo>
                    <a:pt x="134721" y="0"/>
                  </a:lnTo>
                  <a:cubicBezTo>
                    <a:pt x="152056" y="0"/>
                    <a:pt x="166109" y="14053"/>
                    <a:pt x="166109" y="31388"/>
                  </a:cubicBezTo>
                  <a:lnTo>
                    <a:pt x="166109" y="31388"/>
                  </a:lnTo>
                  <a:cubicBezTo>
                    <a:pt x="166109" y="39712"/>
                    <a:pt x="162802" y="47696"/>
                    <a:pt x="156915" y="53582"/>
                  </a:cubicBezTo>
                  <a:cubicBezTo>
                    <a:pt x="151029" y="59469"/>
                    <a:pt x="143045" y="62776"/>
                    <a:pt x="134721" y="62776"/>
                  </a:cubicBezTo>
                  <a:lnTo>
                    <a:pt x="31388" y="62776"/>
                  </a:lnTo>
                  <a:cubicBezTo>
                    <a:pt x="23063" y="62776"/>
                    <a:pt x="15080" y="59469"/>
                    <a:pt x="9193" y="53582"/>
                  </a:cubicBezTo>
                  <a:cubicBezTo>
                    <a:pt x="3307" y="47696"/>
                    <a:pt x="0" y="39712"/>
                    <a:pt x="0" y="31388"/>
                  </a:cubicBezTo>
                  <a:lnTo>
                    <a:pt x="0" y="31388"/>
                  </a:lnTo>
                  <a:cubicBezTo>
                    <a:pt x="0" y="23063"/>
                    <a:pt x="3307" y="15080"/>
                    <a:pt x="9193" y="9193"/>
                  </a:cubicBezTo>
                  <a:cubicBezTo>
                    <a:pt x="15080" y="3307"/>
                    <a:pt x="23063" y="0"/>
                    <a:pt x="313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66109" cy="119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22.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Force Push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055342" y="3863337"/>
            <a:ext cx="2618725" cy="571708"/>
            <a:chOff x="0" y="0"/>
            <a:chExt cx="3491634" cy="76227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491634" cy="762278"/>
              <a:chOff x="0" y="0"/>
              <a:chExt cx="594316" cy="12974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94316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594316">
                    <a:moveTo>
                      <a:pt x="29564" y="0"/>
                    </a:moveTo>
                    <a:lnTo>
                      <a:pt x="564752" y="0"/>
                    </a:lnTo>
                    <a:cubicBezTo>
                      <a:pt x="581080" y="0"/>
                      <a:pt x="594316" y="13236"/>
                      <a:pt x="594316" y="29564"/>
                    </a:cubicBezTo>
                    <a:lnTo>
                      <a:pt x="594316" y="100185"/>
                    </a:lnTo>
                    <a:cubicBezTo>
                      <a:pt x="594316" y="116512"/>
                      <a:pt x="581080" y="129748"/>
                      <a:pt x="564752" y="129748"/>
                    </a:cubicBezTo>
                    <a:lnTo>
                      <a:pt x="29564" y="129748"/>
                    </a:lnTo>
                    <a:cubicBezTo>
                      <a:pt x="13236" y="129748"/>
                      <a:pt x="0" y="116512"/>
                      <a:pt x="0" y="100185"/>
                    </a:cubicBezTo>
                    <a:lnTo>
                      <a:pt x="0" y="29564"/>
                    </a:lnTo>
                    <a:cubicBezTo>
                      <a:pt x="0" y="13236"/>
                      <a:pt x="13236" y="0"/>
                      <a:pt x="29564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594316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32"/>
              <a:ext cx="3491634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실습 외 일반적인 환경에서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force push는 신중히 할 것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26386" y="3006142"/>
            <a:ext cx="7435227" cy="4758545"/>
          </a:xfrm>
          <a:custGeom>
            <a:avLst/>
            <a:gdLst/>
            <a:ahLst/>
            <a:cxnLst/>
            <a:rect r="r" b="b" t="t" l="l"/>
            <a:pathLst>
              <a:path h="4758545" w="7435227">
                <a:moveTo>
                  <a:pt x="0" y="0"/>
                </a:moveTo>
                <a:lnTo>
                  <a:pt x="7435228" y="0"/>
                </a:lnTo>
                <a:lnTo>
                  <a:pt x="7435228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9540673" y="3571696"/>
            <a:ext cx="630694" cy="238351"/>
            <a:chOff x="0" y="0"/>
            <a:chExt cx="166109" cy="627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6109" cy="62776"/>
            </a:xfrm>
            <a:custGeom>
              <a:avLst/>
              <a:gdLst/>
              <a:ahLst/>
              <a:cxnLst/>
              <a:rect r="r" b="b" t="t" l="l"/>
              <a:pathLst>
                <a:path h="62776" w="166109">
                  <a:moveTo>
                    <a:pt x="31388" y="0"/>
                  </a:moveTo>
                  <a:lnTo>
                    <a:pt x="134721" y="0"/>
                  </a:lnTo>
                  <a:cubicBezTo>
                    <a:pt x="152056" y="0"/>
                    <a:pt x="166109" y="14053"/>
                    <a:pt x="166109" y="31388"/>
                  </a:cubicBezTo>
                  <a:lnTo>
                    <a:pt x="166109" y="31388"/>
                  </a:lnTo>
                  <a:cubicBezTo>
                    <a:pt x="166109" y="39712"/>
                    <a:pt x="162802" y="47696"/>
                    <a:pt x="156915" y="53582"/>
                  </a:cubicBezTo>
                  <a:cubicBezTo>
                    <a:pt x="151029" y="59469"/>
                    <a:pt x="143045" y="62776"/>
                    <a:pt x="134721" y="62776"/>
                  </a:cubicBezTo>
                  <a:lnTo>
                    <a:pt x="31388" y="62776"/>
                  </a:lnTo>
                  <a:cubicBezTo>
                    <a:pt x="23063" y="62776"/>
                    <a:pt x="15080" y="59469"/>
                    <a:pt x="9193" y="53582"/>
                  </a:cubicBezTo>
                  <a:cubicBezTo>
                    <a:pt x="3307" y="47696"/>
                    <a:pt x="0" y="39712"/>
                    <a:pt x="0" y="31388"/>
                  </a:cubicBezTo>
                  <a:lnTo>
                    <a:pt x="0" y="31388"/>
                  </a:lnTo>
                  <a:cubicBezTo>
                    <a:pt x="0" y="23063"/>
                    <a:pt x="3307" y="15080"/>
                    <a:pt x="9193" y="9193"/>
                  </a:cubicBezTo>
                  <a:cubicBezTo>
                    <a:pt x="15080" y="3307"/>
                    <a:pt x="23063" y="0"/>
                    <a:pt x="313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66109" cy="119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23.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Force Push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26386" y="3006142"/>
            <a:ext cx="7435227" cy="4758545"/>
          </a:xfrm>
          <a:custGeom>
            <a:avLst/>
            <a:gdLst/>
            <a:ahLst/>
            <a:cxnLst/>
            <a:rect r="r" b="b" t="t" l="l"/>
            <a:pathLst>
              <a:path h="4758545" w="7435227">
                <a:moveTo>
                  <a:pt x="0" y="0"/>
                </a:moveTo>
                <a:lnTo>
                  <a:pt x="7435228" y="0"/>
                </a:lnTo>
                <a:lnTo>
                  <a:pt x="7435228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5475916" y="5568136"/>
            <a:ext cx="2219464" cy="2059531"/>
            <a:chOff x="0" y="0"/>
            <a:chExt cx="584550" cy="5424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4550" cy="542428"/>
            </a:xfrm>
            <a:custGeom>
              <a:avLst/>
              <a:gdLst/>
              <a:ahLst/>
              <a:cxnLst/>
              <a:rect r="r" b="b" t="t" l="l"/>
              <a:pathLst>
                <a:path h="542428" w="584550">
                  <a:moveTo>
                    <a:pt x="52323" y="0"/>
                  </a:moveTo>
                  <a:lnTo>
                    <a:pt x="532227" y="0"/>
                  </a:lnTo>
                  <a:cubicBezTo>
                    <a:pt x="546104" y="0"/>
                    <a:pt x="559413" y="5513"/>
                    <a:pt x="569225" y="15325"/>
                  </a:cubicBezTo>
                  <a:cubicBezTo>
                    <a:pt x="579038" y="25137"/>
                    <a:pt x="584550" y="38446"/>
                    <a:pt x="584550" y="52323"/>
                  </a:cubicBezTo>
                  <a:lnTo>
                    <a:pt x="584550" y="490105"/>
                  </a:lnTo>
                  <a:cubicBezTo>
                    <a:pt x="584550" y="503982"/>
                    <a:pt x="579038" y="517290"/>
                    <a:pt x="569225" y="527103"/>
                  </a:cubicBezTo>
                  <a:cubicBezTo>
                    <a:pt x="559413" y="536915"/>
                    <a:pt x="546104" y="542428"/>
                    <a:pt x="532227" y="542428"/>
                  </a:cubicBezTo>
                  <a:lnTo>
                    <a:pt x="52323" y="542428"/>
                  </a:lnTo>
                  <a:cubicBezTo>
                    <a:pt x="38446" y="542428"/>
                    <a:pt x="25137" y="536915"/>
                    <a:pt x="15325" y="527103"/>
                  </a:cubicBezTo>
                  <a:cubicBezTo>
                    <a:pt x="5513" y="517290"/>
                    <a:pt x="0" y="503982"/>
                    <a:pt x="0" y="490105"/>
                  </a:cubicBezTo>
                  <a:lnTo>
                    <a:pt x="0" y="52323"/>
                  </a:lnTo>
                  <a:cubicBezTo>
                    <a:pt x="0" y="38446"/>
                    <a:pt x="5513" y="25137"/>
                    <a:pt x="15325" y="15325"/>
                  </a:cubicBezTo>
                  <a:cubicBezTo>
                    <a:pt x="25137" y="5513"/>
                    <a:pt x="38446" y="0"/>
                    <a:pt x="523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84550" cy="599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24.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Force Push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실패 메시지 확인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Branch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01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787038" y="6173935"/>
            <a:ext cx="2426496" cy="847933"/>
            <a:chOff x="0" y="0"/>
            <a:chExt cx="3235328" cy="113057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235328" cy="1130578"/>
              <a:chOff x="0" y="0"/>
              <a:chExt cx="550690" cy="19243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50690" cy="192437"/>
              </a:xfrm>
              <a:custGeom>
                <a:avLst/>
                <a:gdLst/>
                <a:ahLst/>
                <a:cxnLst/>
                <a:rect r="r" b="b" t="t" l="l"/>
                <a:pathLst>
                  <a:path h="192437" w="550690">
                    <a:moveTo>
                      <a:pt x="31906" y="0"/>
                    </a:moveTo>
                    <a:lnTo>
                      <a:pt x="518784" y="0"/>
                    </a:lnTo>
                    <a:cubicBezTo>
                      <a:pt x="527246" y="0"/>
                      <a:pt x="535361" y="3361"/>
                      <a:pt x="541345" y="9345"/>
                    </a:cubicBezTo>
                    <a:cubicBezTo>
                      <a:pt x="547328" y="15328"/>
                      <a:pt x="550690" y="23444"/>
                      <a:pt x="550690" y="31906"/>
                    </a:cubicBezTo>
                    <a:lnTo>
                      <a:pt x="550690" y="160531"/>
                    </a:lnTo>
                    <a:cubicBezTo>
                      <a:pt x="550690" y="168993"/>
                      <a:pt x="547328" y="177109"/>
                      <a:pt x="541345" y="183092"/>
                    </a:cubicBezTo>
                    <a:cubicBezTo>
                      <a:pt x="535361" y="189076"/>
                      <a:pt x="527246" y="192437"/>
                      <a:pt x="518784" y="192437"/>
                    </a:cubicBezTo>
                    <a:lnTo>
                      <a:pt x="31906" y="192437"/>
                    </a:lnTo>
                    <a:cubicBezTo>
                      <a:pt x="23444" y="192437"/>
                      <a:pt x="15328" y="189076"/>
                      <a:pt x="9345" y="183092"/>
                    </a:cubicBezTo>
                    <a:cubicBezTo>
                      <a:pt x="3361" y="177109"/>
                      <a:pt x="0" y="168993"/>
                      <a:pt x="0" y="160531"/>
                    </a:cubicBezTo>
                    <a:lnTo>
                      <a:pt x="0" y="31906"/>
                    </a:lnTo>
                    <a:cubicBezTo>
                      <a:pt x="0" y="23444"/>
                      <a:pt x="3361" y="15328"/>
                      <a:pt x="9345" y="9345"/>
                    </a:cubicBezTo>
                    <a:cubicBezTo>
                      <a:pt x="15328" y="3361"/>
                      <a:pt x="23444" y="0"/>
                      <a:pt x="31906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550690" cy="249587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32"/>
              <a:ext cx="3235328" cy="1088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main 브랜치에 적용한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규칙에 의해 force push가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실행되지 않았음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3C54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5299075"/>
            <a:ext cx="1828800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Issue 와 Milestone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06053" y="2898775"/>
            <a:ext cx="827589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b="true">
                <a:solidFill>
                  <a:srgbClr val="F5F8FA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9144000" y="1028700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9163050" y="7548543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143292" y="7416100"/>
            <a:ext cx="6146089" cy="952500"/>
            <a:chOff x="0" y="0"/>
            <a:chExt cx="8194785" cy="127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29" y="0"/>
              <a:ext cx="8194756" cy="1270000"/>
              <a:chOff x="0" y="0"/>
              <a:chExt cx="1618717" cy="25086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618717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18717">
                    <a:moveTo>
                      <a:pt x="125432" y="0"/>
                    </a:moveTo>
                    <a:lnTo>
                      <a:pt x="1493285" y="0"/>
                    </a:lnTo>
                    <a:cubicBezTo>
                      <a:pt x="1562559" y="0"/>
                      <a:pt x="1618717" y="56158"/>
                      <a:pt x="1618717" y="125432"/>
                    </a:cubicBezTo>
                    <a:lnTo>
                      <a:pt x="1618717" y="125432"/>
                    </a:lnTo>
                    <a:cubicBezTo>
                      <a:pt x="1618717" y="194706"/>
                      <a:pt x="1562559" y="250864"/>
                      <a:pt x="1493285" y="250864"/>
                    </a:cubicBezTo>
                    <a:lnTo>
                      <a:pt x="125432" y="250864"/>
                    </a:lnTo>
                    <a:cubicBezTo>
                      <a:pt x="56158" y="250864"/>
                      <a:pt x="0" y="194706"/>
                      <a:pt x="0" y="125432"/>
                    </a:cubicBezTo>
                    <a:lnTo>
                      <a:pt x="0" y="125432"/>
                    </a:lnTo>
                    <a:cubicBezTo>
                      <a:pt x="0" y="56158"/>
                      <a:pt x="56158" y="0"/>
                      <a:pt x="1254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1618717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247861"/>
              <a:ext cx="8194785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프로젝트에서 일어나는 모든 활동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421688" y="3532689"/>
            <a:ext cx="3900910" cy="4264293"/>
            <a:chOff x="0" y="0"/>
            <a:chExt cx="5201214" cy="56857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97432" cy="2997432"/>
            </a:xfrm>
            <a:custGeom>
              <a:avLst/>
              <a:gdLst/>
              <a:ahLst/>
              <a:cxnLst/>
              <a:rect r="r" b="b" t="t" l="l"/>
              <a:pathLst>
                <a:path h="2997432" w="2997432">
                  <a:moveTo>
                    <a:pt x="0" y="0"/>
                  </a:moveTo>
                  <a:lnTo>
                    <a:pt x="2997432" y="0"/>
                  </a:lnTo>
                  <a:lnTo>
                    <a:pt x="2997432" y="2997432"/>
                  </a:lnTo>
                  <a:lnTo>
                    <a:pt x="0" y="2997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203782" y="2688292"/>
              <a:ext cx="2997432" cy="2997432"/>
            </a:xfrm>
            <a:custGeom>
              <a:avLst/>
              <a:gdLst/>
              <a:ahLst/>
              <a:cxnLst/>
              <a:rect r="r" b="b" t="t" l="l"/>
              <a:pathLst>
                <a:path h="2997432" w="2997432">
                  <a:moveTo>
                    <a:pt x="0" y="0"/>
                  </a:moveTo>
                  <a:lnTo>
                    <a:pt x="2997432" y="0"/>
                  </a:lnTo>
                  <a:lnTo>
                    <a:pt x="2997432" y="2997432"/>
                  </a:lnTo>
                  <a:lnTo>
                    <a:pt x="0" y="2997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40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07127" y="5059296"/>
            <a:ext cx="6618441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기획, 작업, 버그 수정 등의 활동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Issue란?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07127" y="5925754"/>
            <a:ext cx="6618441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프로젝트를 진행하며 발생하는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모든 활동에 대해 이슈를 등록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8784845" y="7416100"/>
            <a:ext cx="6863006" cy="952500"/>
            <a:chOff x="0" y="0"/>
            <a:chExt cx="9150675" cy="127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32" y="0"/>
              <a:ext cx="9150643" cy="1270000"/>
              <a:chOff x="0" y="0"/>
              <a:chExt cx="1807534" cy="25086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07534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807534">
                    <a:moveTo>
                      <a:pt x="112807" y="0"/>
                    </a:moveTo>
                    <a:lnTo>
                      <a:pt x="1694727" y="0"/>
                    </a:lnTo>
                    <a:cubicBezTo>
                      <a:pt x="1724646" y="0"/>
                      <a:pt x="1753339" y="11885"/>
                      <a:pt x="1774494" y="33040"/>
                    </a:cubicBezTo>
                    <a:cubicBezTo>
                      <a:pt x="1795649" y="54196"/>
                      <a:pt x="1807534" y="82889"/>
                      <a:pt x="1807534" y="112807"/>
                    </a:cubicBezTo>
                    <a:lnTo>
                      <a:pt x="1807534" y="138057"/>
                    </a:lnTo>
                    <a:cubicBezTo>
                      <a:pt x="1807534" y="200359"/>
                      <a:pt x="1757029" y="250864"/>
                      <a:pt x="1694727" y="250864"/>
                    </a:cubicBezTo>
                    <a:lnTo>
                      <a:pt x="112807" y="250864"/>
                    </a:lnTo>
                    <a:cubicBezTo>
                      <a:pt x="50505" y="250864"/>
                      <a:pt x="0" y="200359"/>
                      <a:pt x="0" y="138057"/>
                    </a:cubicBezTo>
                    <a:lnTo>
                      <a:pt x="0" y="112807"/>
                    </a:lnTo>
                    <a:cubicBezTo>
                      <a:pt x="0" y="50505"/>
                      <a:pt x="50505" y="0"/>
                      <a:pt x="11280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1807534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247861"/>
              <a:ext cx="9150675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프로젝트의 진행도를 나타내는 기준점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314743" y="360743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41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07127" y="5059296"/>
            <a:ext cx="6618441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 내 작업 방향의 이정표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Milestone이란?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07127" y="5925754"/>
            <a:ext cx="6618441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특정 이벤트마다 마일스톤을 등록해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프로젝트가 얼마나 진행됐는지 확인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569283" y="3006142"/>
            <a:ext cx="9149434" cy="5295235"/>
          </a:xfrm>
          <a:custGeom>
            <a:avLst/>
            <a:gdLst/>
            <a:ahLst/>
            <a:cxnLst/>
            <a:rect r="r" b="b" t="t" l="l"/>
            <a:pathLst>
              <a:path h="5295235" w="9149434">
                <a:moveTo>
                  <a:pt x="0" y="0"/>
                </a:moveTo>
                <a:lnTo>
                  <a:pt x="9149434" y="0"/>
                </a:lnTo>
                <a:lnTo>
                  <a:pt x="9149434" y="5295235"/>
                </a:lnTo>
                <a:lnTo>
                  <a:pt x="0" y="5295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42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45565" y="5174705"/>
            <a:ext cx="948414" cy="295483"/>
            <a:chOff x="0" y="0"/>
            <a:chExt cx="1264552" cy="39397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264552" cy="393978"/>
              <a:chOff x="0" y="0"/>
              <a:chExt cx="215241" cy="6705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5241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215241">
                    <a:moveTo>
                      <a:pt x="33530" y="0"/>
                    </a:moveTo>
                    <a:lnTo>
                      <a:pt x="181711" y="0"/>
                    </a:lnTo>
                    <a:cubicBezTo>
                      <a:pt x="200229" y="0"/>
                      <a:pt x="215241" y="15012"/>
                      <a:pt x="215241" y="33530"/>
                    </a:cubicBezTo>
                    <a:lnTo>
                      <a:pt x="215241" y="33530"/>
                    </a:lnTo>
                    <a:cubicBezTo>
                      <a:pt x="215241" y="52048"/>
                      <a:pt x="200229" y="67059"/>
                      <a:pt x="181711" y="67059"/>
                    </a:cubicBezTo>
                    <a:lnTo>
                      <a:pt x="33530" y="67059"/>
                    </a:lnTo>
                    <a:cubicBezTo>
                      <a:pt x="15012" y="67059"/>
                      <a:pt x="0" y="52048"/>
                      <a:pt x="0" y="33530"/>
                    </a:cubicBezTo>
                    <a:lnTo>
                      <a:pt x="0" y="33530"/>
                    </a:lnTo>
                    <a:cubicBezTo>
                      <a:pt x="0" y="15012"/>
                      <a:pt x="15012" y="0"/>
                      <a:pt x="33530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215241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1832"/>
              <a:ext cx="1264552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마일스톤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088276" y="4300498"/>
            <a:ext cx="711518" cy="295483"/>
            <a:chOff x="0" y="0"/>
            <a:chExt cx="948690" cy="393978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48690" cy="393978"/>
              <a:chOff x="0" y="0"/>
              <a:chExt cx="161478" cy="6705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61478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161478">
                    <a:moveTo>
                      <a:pt x="33530" y="0"/>
                    </a:moveTo>
                    <a:lnTo>
                      <a:pt x="127948" y="0"/>
                    </a:lnTo>
                    <a:cubicBezTo>
                      <a:pt x="146466" y="0"/>
                      <a:pt x="161478" y="15012"/>
                      <a:pt x="161478" y="33530"/>
                    </a:cubicBezTo>
                    <a:lnTo>
                      <a:pt x="161478" y="33530"/>
                    </a:lnTo>
                    <a:cubicBezTo>
                      <a:pt x="161478" y="52048"/>
                      <a:pt x="146466" y="67059"/>
                      <a:pt x="127948" y="67059"/>
                    </a:cubicBezTo>
                    <a:lnTo>
                      <a:pt x="33530" y="67059"/>
                    </a:lnTo>
                    <a:cubicBezTo>
                      <a:pt x="15012" y="67059"/>
                      <a:pt x="0" y="52048"/>
                      <a:pt x="0" y="33530"/>
                    </a:cubicBezTo>
                    <a:lnTo>
                      <a:pt x="0" y="33530"/>
                    </a:lnTo>
                    <a:cubicBezTo>
                      <a:pt x="0" y="15012"/>
                      <a:pt x="15012" y="0"/>
                      <a:pt x="33530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161478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0" y="1832"/>
              <a:ext cx="948690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이슈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43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657579" y="3610168"/>
            <a:ext cx="10972842" cy="4656265"/>
            <a:chOff x="0" y="0"/>
            <a:chExt cx="14630455" cy="62083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385063" y="0"/>
              <a:ext cx="2277720" cy="2277720"/>
            </a:xfrm>
            <a:custGeom>
              <a:avLst/>
              <a:gdLst/>
              <a:ahLst/>
              <a:cxnLst/>
              <a:rect r="r" b="b" t="t" l="l"/>
              <a:pathLst>
                <a:path h="2277720" w="2277720">
                  <a:moveTo>
                    <a:pt x="0" y="0"/>
                  </a:moveTo>
                  <a:lnTo>
                    <a:pt x="2277719" y="0"/>
                  </a:lnTo>
                  <a:lnTo>
                    <a:pt x="2277719" y="2277720"/>
                  </a:lnTo>
                  <a:lnTo>
                    <a:pt x="0" y="2277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059695" y="2042807"/>
              <a:ext cx="2277720" cy="2277720"/>
            </a:xfrm>
            <a:custGeom>
              <a:avLst/>
              <a:gdLst/>
              <a:ahLst/>
              <a:cxnLst/>
              <a:rect r="r" b="b" t="t" l="l"/>
              <a:pathLst>
                <a:path h="2277720" w="2277720">
                  <a:moveTo>
                    <a:pt x="0" y="0"/>
                  </a:moveTo>
                  <a:lnTo>
                    <a:pt x="2277720" y="0"/>
                  </a:lnTo>
                  <a:lnTo>
                    <a:pt x="2277720" y="2277719"/>
                  </a:lnTo>
                  <a:lnTo>
                    <a:pt x="0" y="2277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24" y="4938353"/>
              <a:ext cx="6722454" cy="1270000"/>
              <a:chOff x="0" y="0"/>
              <a:chExt cx="1327892" cy="25086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27892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327892">
                    <a:moveTo>
                      <a:pt x="116684" y="0"/>
                    </a:moveTo>
                    <a:lnTo>
                      <a:pt x="1211208" y="0"/>
                    </a:lnTo>
                    <a:cubicBezTo>
                      <a:pt x="1275651" y="0"/>
                      <a:pt x="1327892" y="52241"/>
                      <a:pt x="1327892" y="116684"/>
                    </a:cubicBezTo>
                    <a:lnTo>
                      <a:pt x="1327892" y="134180"/>
                    </a:lnTo>
                    <a:cubicBezTo>
                      <a:pt x="1327892" y="165127"/>
                      <a:pt x="1315599" y="194806"/>
                      <a:pt x="1293716" y="216688"/>
                    </a:cubicBezTo>
                    <a:cubicBezTo>
                      <a:pt x="1271834" y="238571"/>
                      <a:pt x="1242155" y="250864"/>
                      <a:pt x="1211208" y="250864"/>
                    </a:cubicBezTo>
                    <a:lnTo>
                      <a:pt x="116684" y="250864"/>
                    </a:lnTo>
                    <a:cubicBezTo>
                      <a:pt x="85737" y="250864"/>
                      <a:pt x="56058" y="238571"/>
                      <a:pt x="34176" y="216688"/>
                    </a:cubicBezTo>
                    <a:cubicBezTo>
                      <a:pt x="12293" y="194806"/>
                      <a:pt x="0" y="165127"/>
                      <a:pt x="0" y="134180"/>
                    </a:cubicBezTo>
                    <a:lnTo>
                      <a:pt x="0" y="116684"/>
                    </a:lnTo>
                    <a:cubicBezTo>
                      <a:pt x="0" y="85737"/>
                      <a:pt x="12293" y="56058"/>
                      <a:pt x="34176" y="34176"/>
                    </a:cubicBezTo>
                    <a:cubicBezTo>
                      <a:pt x="56058" y="12293"/>
                      <a:pt x="85737" y="0"/>
                      <a:pt x="116684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1327892" cy="308014"/>
              </a:xfrm>
              <a:prstGeom prst="rect">
                <a:avLst/>
              </a:prstGeom>
            </p:spPr>
            <p:txBody>
              <a:bodyPr anchor="ctr" rtlCol="false" tIns="66852" lIns="66852" bIns="66852" rIns="66852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5186214"/>
              <a:ext cx="672247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개별 작업을 명시하기 위함</a:t>
              </a:r>
            </a:p>
          </p:txBody>
        </p:sp>
        <p:sp>
          <p:nvSpPr>
            <p:cNvPr name="Freeform 27" id="27"/>
            <p:cNvSpPr/>
            <p:nvPr/>
          </p:nvSpPr>
          <p:spPr>
            <a:xfrm flipH="false" flipV="false" rot="0">
              <a:off x="9111190" y="0"/>
              <a:ext cx="4316053" cy="4316053"/>
            </a:xfrm>
            <a:custGeom>
              <a:avLst/>
              <a:gdLst/>
              <a:ahLst/>
              <a:cxnLst/>
              <a:rect r="r" b="b" t="t" l="l"/>
              <a:pathLst>
                <a:path h="4316053" w="4316053">
                  <a:moveTo>
                    <a:pt x="0" y="0"/>
                  </a:moveTo>
                  <a:lnTo>
                    <a:pt x="4316053" y="0"/>
                  </a:lnTo>
                  <a:lnTo>
                    <a:pt x="4316053" y="4316053"/>
                  </a:lnTo>
                  <a:lnTo>
                    <a:pt x="0" y="4316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7908001" y="4938353"/>
              <a:ext cx="6722454" cy="1270000"/>
              <a:chOff x="0" y="0"/>
              <a:chExt cx="1327892" cy="25086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327892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327892">
                    <a:moveTo>
                      <a:pt x="116684" y="0"/>
                    </a:moveTo>
                    <a:lnTo>
                      <a:pt x="1211208" y="0"/>
                    </a:lnTo>
                    <a:cubicBezTo>
                      <a:pt x="1275651" y="0"/>
                      <a:pt x="1327892" y="52241"/>
                      <a:pt x="1327892" y="116684"/>
                    </a:cubicBezTo>
                    <a:lnTo>
                      <a:pt x="1327892" y="134180"/>
                    </a:lnTo>
                    <a:cubicBezTo>
                      <a:pt x="1327892" y="165127"/>
                      <a:pt x="1315599" y="194806"/>
                      <a:pt x="1293716" y="216688"/>
                    </a:cubicBezTo>
                    <a:cubicBezTo>
                      <a:pt x="1271834" y="238571"/>
                      <a:pt x="1242155" y="250864"/>
                      <a:pt x="1211208" y="250864"/>
                    </a:cubicBezTo>
                    <a:lnTo>
                      <a:pt x="116684" y="250864"/>
                    </a:lnTo>
                    <a:cubicBezTo>
                      <a:pt x="85737" y="250864"/>
                      <a:pt x="56058" y="238571"/>
                      <a:pt x="34176" y="216688"/>
                    </a:cubicBezTo>
                    <a:cubicBezTo>
                      <a:pt x="12293" y="194806"/>
                      <a:pt x="0" y="165127"/>
                      <a:pt x="0" y="134180"/>
                    </a:cubicBezTo>
                    <a:lnTo>
                      <a:pt x="0" y="116684"/>
                    </a:lnTo>
                    <a:cubicBezTo>
                      <a:pt x="0" y="85737"/>
                      <a:pt x="12293" y="56058"/>
                      <a:pt x="34176" y="34176"/>
                    </a:cubicBezTo>
                    <a:cubicBezTo>
                      <a:pt x="56058" y="12293"/>
                      <a:pt x="85737" y="0"/>
                      <a:pt x="116684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1327892" cy="308014"/>
              </a:xfrm>
              <a:prstGeom prst="rect">
                <a:avLst/>
              </a:prstGeom>
            </p:spPr>
            <p:txBody>
              <a:bodyPr anchor="ctr" rtlCol="false" tIns="66852" lIns="66852" bIns="66852" rIns="66852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7907978" y="5186214"/>
              <a:ext cx="672247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중간 목표를 표시하기 위함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44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1. GitHub 리포지토리 접속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45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2.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Issues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491877" y="3568159"/>
            <a:ext cx="507294" cy="270352"/>
            <a:chOff x="0" y="0"/>
            <a:chExt cx="133608" cy="712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608" cy="71204"/>
            </a:xfrm>
            <a:custGeom>
              <a:avLst/>
              <a:gdLst/>
              <a:ahLst/>
              <a:cxnLst/>
              <a:rect r="r" b="b" t="t" l="l"/>
              <a:pathLst>
                <a:path h="71204" w="133608">
                  <a:moveTo>
                    <a:pt x="35602" y="0"/>
                  </a:moveTo>
                  <a:lnTo>
                    <a:pt x="98006" y="0"/>
                  </a:lnTo>
                  <a:cubicBezTo>
                    <a:pt x="107449" y="0"/>
                    <a:pt x="116504" y="3751"/>
                    <a:pt x="123181" y="10428"/>
                  </a:cubicBezTo>
                  <a:cubicBezTo>
                    <a:pt x="129857" y="17104"/>
                    <a:pt x="133608" y="26160"/>
                    <a:pt x="133608" y="35602"/>
                  </a:cubicBezTo>
                  <a:lnTo>
                    <a:pt x="133608" y="35602"/>
                  </a:lnTo>
                  <a:cubicBezTo>
                    <a:pt x="133608" y="45044"/>
                    <a:pt x="129857" y="54100"/>
                    <a:pt x="123181" y="60776"/>
                  </a:cubicBezTo>
                  <a:cubicBezTo>
                    <a:pt x="116504" y="67453"/>
                    <a:pt x="107449" y="71204"/>
                    <a:pt x="98006" y="71204"/>
                  </a:cubicBezTo>
                  <a:lnTo>
                    <a:pt x="35602" y="71204"/>
                  </a:lnTo>
                  <a:cubicBezTo>
                    <a:pt x="26160" y="71204"/>
                    <a:pt x="17104" y="67453"/>
                    <a:pt x="10428" y="60776"/>
                  </a:cubicBezTo>
                  <a:cubicBezTo>
                    <a:pt x="3751" y="54100"/>
                    <a:pt x="0" y="45044"/>
                    <a:pt x="0" y="35602"/>
                  </a:cubicBezTo>
                  <a:lnTo>
                    <a:pt x="0" y="35602"/>
                  </a:lnTo>
                  <a:cubicBezTo>
                    <a:pt x="0" y="26160"/>
                    <a:pt x="3751" y="17104"/>
                    <a:pt x="10428" y="10428"/>
                  </a:cubicBezTo>
                  <a:cubicBezTo>
                    <a:pt x="17104" y="3751"/>
                    <a:pt x="26160" y="0"/>
                    <a:pt x="356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3608" cy="128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6050181" y="3805060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0689717" y="3873518"/>
            <a:ext cx="644044" cy="241777"/>
            <a:chOff x="0" y="0"/>
            <a:chExt cx="169625" cy="636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9625" cy="63678"/>
            </a:xfrm>
            <a:custGeom>
              <a:avLst/>
              <a:gdLst/>
              <a:ahLst/>
              <a:cxnLst/>
              <a:rect r="r" b="b" t="t" l="l"/>
              <a:pathLst>
                <a:path h="63678" w="169625">
                  <a:moveTo>
                    <a:pt x="31839" y="0"/>
                  </a:moveTo>
                  <a:lnTo>
                    <a:pt x="137786" y="0"/>
                  </a:lnTo>
                  <a:cubicBezTo>
                    <a:pt x="155370" y="0"/>
                    <a:pt x="169625" y="14255"/>
                    <a:pt x="169625" y="31839"/>
                  </a:cubicBezTo>
                  <a:lnTo>
                    <a:pt x="169625" y="31839"/>
                  </a:lnTo>
                  <a:cubicBezTo>
                    <a:pt x="169625" y="49423"/>
                    <a:pt x="155370" y="63678"/>
                    <a:pt x="137786" y="63678"/>
                  </a:cubicBezTo>
                  <a:lnTo>
                    <a:pt x="31839" y="63678"/>
                  </a:lnTo>
                  <a:cubicBezTo>
                    <a:pt x="14255" y="63678"/>
                    <a:pt x="0" y="49423"/>
                    <a:pt x="0" y="31839"/>
                  </a:cubicBezTo>
                  <a:lnTo>
                    <a:pt x="0" y="31839"/>
                  </a:lnTo>
                  <a:cubicBezTo>
                    <a:pt x="0" y="14255"/>
                    <a:pt x="14255" y="0"/>
                    <a:pt x="318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69625" cy="120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H="true" flipV="true">
            <a:off x="11344261" y="4131189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46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3.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Milestones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47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4.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New milestone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057184" y="3839228"/>
            <a:ext cx="667314" cy="241777"/>
            <a:chOff x="0" y="0"/>
            <a:chExt cx="175753" cy="636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5753" cy="63678"/>
            </a:xfrm>
            <a:custGeom>
              <a:avLst/>
              <a:gdLst/>
              <a:ahLst/>
              <a:cxnLst/>
              <a:rect r="r" b="b" t="t" l="l"/>
              <a:pathLst>
                <a:path h="63678" w="175753">
                  <a:moveTo>
                    <a:pt x="31839" y="0"/>
                  </a:moveTo>
                  <a:lnTo>
                    <a:pt x="143915" y="0"/>
                  </a:lnTo>
                  <a:cubicBezTo>
                    <a:pt x="161499" y="0"/>
                    <a:pt x="175753" y="14255"/>
                    <a:pt x="175753" y="31839"/>
                  </a:cubicBezTo>
                  <a:lnTo>
                    <a:pt x="175753" y="31839"/>
                  </a:lnTo>
                  <a:cubicBezTo>
                    <a:pt x="175753" y="49423"/>
                    <a:pt x="161499" y="63678"/>
                    <a:pt x="143915" y="63678"/>
                  </a:cubicBezTo>
                  <a:lnTo>
                    <a:pt x="31839" y="63678"/>
                  </a:lnTo>
                  <a:cubicBezTo>
                    <a:pt x="14255" y="63678"/>
                    <a:pt x="0" y="49423"/>
                    <a:pt x="0" y="31839"/>
                  </a:cubicBezTo>
                  <a:lnTo>
                    <a:pt x="0" y="31839"/>
                  </a:lnTo>
                  <a:cubicBezTo>
                    <a:pt x="0" y="14255"/>
                    <a:pt x="14255" y="0"/>
                    <a:pt x="318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75753" cy="120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11734998" y="4096899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48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617734" y="5077961"/>
            <a:ext cx="1052532" cy="238968"/>
            <a:chOff x="0" y="0"/>
            <a:chExt cx="1403375" cy="31862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403375" cy="318624"/>
              <a:chOff x="0" y="0"/>
              <a:chExt cx="238870" cy="5423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38870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38870">
                    <a:moveTo>
                      <a:pt x="27117" y="0"/>
                    </a:moveTo>
                    <a:lnTo>
                      <a:pt x="211754" y="0"/>
                    </a:lnTo>
                    <a:cubicBezTo>
                      <a:pt x="218946" y="0"/>
                      <a:pt x="225843" y="2857"/>
                      <a:pt x="230928" y="7942"/>
                    </a:cubicBezTo>
                    <a:cubicBezTo>
                      <a:pt x="236014" y="13028"/>
                      <a:pt x="238870" y="19925"/>
                      <a:pt x="238870" y="27117"/>
                    </a:cubicBezTo>
                    <a:lnTo>
                      <a:pt x="238870" y="27117"/>
                    </a:lnTo>
                    <a:cubicBezTo>
                      <a:pt x="238870" y="34309"/>
                      <a:pt x="236014" y="41206"/>
                      <a:pt x="230928" y="46291"/>
                    </a:cubicBezTo>
                    <a:cubicBezTo>
                      <a:pt x="225843" y="51377"/>
                      <a:pt x="218946" y="54233"/>
                      <a:pt x="211754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238870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1357"/>
              <a:ext cx="140337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마일스톤 설명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617734" y="4283406"/>
            <a:ext cx="1052532" cy="238968"/>
            <a:chOff x="0" y="0"/>
            <a:chExt cx="1403375" cy="31862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403375" cy="318624"/>
              <a:chOff x="0" y="0"/>
              <a:chExt cx="238870" cy="5423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38870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38870">
                    <a:moveTo>
                      <a:pt x="27117" y="0"/>
                    </a:moveTo>
                    <a:lnTo>
                      <a:pt x="211754" y="0"/>
                    </a:lnTo>
                    <a:cubicBezTo>
                      <a:pt x="218946" y="0"/>
                      <a:pt x="225843" y="2857"/>
                      <a:pt x="230928" y="7942"/>
                    </a:cubicBezTo>
                    <a:cubicBezTo>
                      <a:pt x="236014" y="13028"/>
                      <a:pt x="238870" y="19925"/>
                      <a:pt x="238870" y="27117"/>
                    </a:cubicBezTo>
                    <a:lnTo>
                      <a:pt x="238870" y="27117"/>
                    </a:lnTo>
                    <a:cubicBezTo>
                      <a:pt x="238870" y="34309"/>
                      <a:pt x="236014" y="41206"/>
                      <a:pt x="230928" y="46291"/>
                    </a:cubicBezTo>
                    <a:cubicBezTo>
                      <a:pt x="225843" y="51377"/>
                      <a:pt x="218946" y="54233"/>
                      <a:pt x="211754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238870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11357"/>
              <a:ext cx="140337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마일스톤 제목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617734" y="4578889"/>
            <a:ext cx="1052532" cy="238968"/>
            <a:chOff x="0" y="0"/>
            <a:chExt cx="1403375" cy="318624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403375" cy="318624"/>
              <a:chOff x="0" y="0"/>
              <a:chExt cx="238870" cy="542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38870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38870">
                    <a:moveTo>
                      <a:pt x="27117" y="0"/>
                    </a:moveTo>
                    <a:lnTo>
                      <a:pt x="211754" y="0"/>
                    </a:lnTo>
                    <a:cubicBezTo>
                      <a:pt x="218946" y="0"/>
                      <a:pt x="225843" y="2857"/>
                      <a:pt x="230928" y="7942"/>
                    </a:cubicBezTo>
                    <a:cubicBezTo>
                      <a:pt x="236014" y="13028"/>
                      <a:pt x="238870" y="19925"/>
                      <a:pt x="238870" y="27117"/>
                    </a:cubicBezTo>
                    <a:lnTo>
                      <a:pt x="238870" y="27117"/>
                    </a:lnTo>
                    <a:cubicBezTo>
                      <a:pt x="238870" y="34309"/>
                      <a:pt x="236014" y="41206"/>
                      <a:pt x="230928" y="46291"/>
                    </a:cubicBezTo>
                    <a:cubicBezTo>
                      <a:pt x="225843" y="51377"/>
                      <a:pt x="218946" y="54233"/>
                      <a:pt x="211754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238870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0" y="11357"/>
              <a:ext cx="140337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마감 기한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49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5. 내용 입력 후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Create milestone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079543" y="5537126"/>
            <a:ext cx="690174" cy="241777"/>
            <a:chOff x="0" y="0"/>
            <a:chExt cx="181774" cy="636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1774" cy="63678"/>
            </a:xfrm>
            <a:custGeom>
              <a:avLst/>
              <a:gdLst/>
              <a:ahLst/>
              <a:cxnLst/>
              <a:rect r="r" b="b" t="t" l="l"/>
              <a:pathLst>
                <a:path h="63678" w="181774">
                  <a:moveTo>
                    <a:pt x="31839" y="0"/>
                  </a:moveTo>
                  <a:lnTo>
                    <a:pt x="149935" y="0"/>
                  </a:lnTo>
                  <a:cubicBezTo>
                    <a:pt x="167519" y="0"/>
                    <a:pt x="181774" y="14255"/>
                    <a:pt x="181774" y="31839"/>
                  </a:cubicBezTo>
                  <a:lnTo>
                    <a:pt x="181774" y="31839"/>
                  </a:lnTo>
                  <a:cubicBezTo>
                    <a:pt x="181774" y="49423"/>
                    <a:pt x="167519" y="63678"/>
                    <a:pt x="149935" y="63678"/>
                  </a:cubicBezTo>
                  <a:lnTo>
                    <a:pt x="31839" y="63678"/>
                  </a:lnTo>
                  <a:cubicBezTo>
                    <a:pt x="14255" y="63678"/>
                    <a:pt x="0" y="49423"/>
                    <a:pt x="0" y="31839"/>
                  </a:cubicBezTo>
                  <a:lnTo>
                    <a:pt x="0" y="31839"/>
                  </a:lnTo>
                  <a:cubicBezTo>
                    <a:pt x="0" y="14255"/>
                    <a:pt x="14255" y="0"/>
                    <a:pt x="318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81774" cy="120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10780217" y="5794798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6491030" y="4109264"/>
            <a:ext cx="5243168" cy="511185"/>
            <a:chOff x="0" y="0"/>
            <a:chExt cx="1380917" cy="1346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0917" cy="134633"/>
            </a:xfrm>
            <a:custGeom>
              <a:avLst/>
              <a:gdLst/>
              <a:ahLst/>
              <a:cxnLst/>
              <a:rect r="r" b="b" t="t" l="l"/>
              <a:pathLst>
                <a:path h="134633" w="1380917">
                  <a:moveTo>
                    <a:pt x="22149" y="0"/>
                  </a:moveTo>
                  <a:lnTo>
                    <a:pt x="1358768" y="0"/>
                  </a:lnTo>
                  <a:cubicBezTo>
                    <a:pt x="1364642" y="0"/>
                    <a:pt x="1370276" y="2334"/>
                    <a:pt x="1374429" y="6487"/>
                  </a:cubicBezTo>
                  <a:cubicBezTo>
                    <a:pt x="1378583" y="10641"/>
                    <a:pt x="1380917" y="16274"/>
                    <a:pt x="1380917" y="22149"/>
                  </a:cubicBezTo>
                  <a:lnTo>
                    <a:pt x="1380917" y="112484"/>
                  </a:lnTo>
                  <a:cubicBezTo>
                    <a:pt x="1380917" y="118359"/>
                    <a:pt x="1378583" y="123992"/>
                    <a:pt x="1374429" y="128146"/>
                  </a:cubicBezTo>
                  <a:cubicBezTo>
                    <a:pt x="1370276" y="132300"/>
                    <a:pt x="1364642" y="134633"/>
                    <a:pt x="1358768" y="134633"/>
                  </a:cubicBezTo>
                  <a:lnTo>
                    <a:pt x="22149" y="134633"/>
                  </a:lnTo>
                  <a:cubicBezTo>
                    <a:pt x="16274" y="134633"/>
                    <a:pt x="10641" y="132300"/>
                    <a:pt x="6487" y="128146"/>
                  </a:cubicBezTo>
                  <a:cubicBezTo>
                    <a:pt x="2334" y="123992"/>
                    <a:pt x="0" y="118359"/>
                    <a:pt x="0" y="112484"/>
                  </a:cubicBezTo>
                  <a:lnTo>
                    <a:pt x="0" y="22149"/>
                  </a:lnTo>
                  <a:cubicBezTo>
                    <a:pt x="0" y="16274"/>
                    <a:pt x="2334" y="10641"/>
                    <a:pt x="6487" y="6487"/>
                  </a:cubicBezTo>
                  <a:cubicBezTo>
                    <a:pt x="10641" y="2334"/>
                    <a:pt x="16274" y="0"/>
                    <a:pt x="221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380917" cy="191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50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6. 마일스톤 생성 결과 확인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51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3" id="23"/>
          <p:cNvGrpSpPr/>
          <p:nvPr/>
        </p:nvGrpSpPr>
        <p:grpSpPr>
          <a:xfrm rot="0">
            <a:off x="5491877" y="3568159"/>
            <a:ext cx="507294" cy="270352"/>
            <a:chOff x="0" y="0"/>
            <a:chExt cx="133608" cy="712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3608" cy="71204"/>
            </a:xfrm>
            <a:custGeom>
              <a:avLst/>
              <a:gdLst/>
              <a:ahLst/>
              <a:cxnLst/>
              <a:rect r="r" b="b" t="t" l="l"/>
              <a:pathLst>
                <a:path h="71204" w="133608">
                  <a:moveTo>
                    <a:pt x="35602" y="0"/>
                  </a:moveTo>
                  <a:lnTo>
                    <a:pt x="98006" y="0"/>
                  </a:lnTo>
                  <a:cubicBezTo>
                    <a:pt x="107449" y="0"/>
                    <a:pt x="116504" y="3751"/>
                    <a:pt x="123181" y="10428"/>
                  </a:cubicBezTo>
                  <a:cubicBezTo>
                    <a:pt x="129857" y="17104"/>
                    <a:pt x="133608" y="26160"/>
                    <a:pt x="133608" y="35602"/>
                  </a:cubicBezTo>
                  <a:lnTo>
                    <a:pt x="133608" y="35602"/>
                  </a:lnTo>
                  <a:cubicBezTo>
                    <a:pt x="133608" y="45044"/>
                    <a:pt x="129857" y="54100"/>
                    <a:pt x="123181" y="60776"/>
                  </a:cubicBezTo>
                  <a:cubicBezTo>
                    <a:pt x="116504" y="67453"/>
                    <a:pt x="107449" y="71204"/>
                    <a:pt x="98006" y="71204"/>
                  </a:cubicBezTo>
                  <a:lnTo>
                    <a:pt x="35602" y="71204"/>
                  </a:lnTo>
                  <a:cubicBezTo>
                    <a:pt x="26160" y="71204"/>
                    <a:pt x="17104" y="67453"/>
                    <a:pt x="10428" y="60776"/>
                  </a:cubicBezTo>
                  <a:cubicBezTo>
                    <a:pt x="3751" y="54100"/>
                    <a:pt x="0" y="45044"/>
                    <a:pt x="0" y="35602"/>
                  </a:cubicBezTo>
                  <a:lnTo>
                    <a:pt x="0" y="35602"/>
                  </a:lnTo>
                  <a:cubicBezTo>
                    <a:pt x="0" y="26160"/>
                    <a:pt x="3751" y="17104"/>
                    <a:pt x="10428" y="10428"/>
                  </a:cubicBezTo>
                  <a:cubicBezTo>
                    <a:pt x="17104" y="3751"/>
                    <a:pt x="26160" y="0"/>
                    <a:pt x="356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33608" cy="128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H="true" flipV="true">
            <a:off x="6050181" y="3805060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7.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Issues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1215299" y="3873518"/>
            <a:ext cx="514914" cy="241777"/>
            <a:chOff x="0" y="0"/>
            <a:chExt cx="135615" cy="636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5615" cy="63678"/>
            </a:xfrm>
            <a:custGeom>
              <a:avLst/>
              <a:gdLst/>
              <a:ahLst/>
              <a:cxnLst/>
              <a:rect r="r" b="b" t="t" l="l"/>
              <a:pathLst>
                <a:path h="63678" w="135615">
                  <a:moveTo>
                    <a:pt x="31839" y="0"/>
                  </a:moveTo>
                  <a:lnTo>
                    <a:pt x="103776" y="0"/>
                  </a:lnTo>
                  <a:cubicBezTo>
                    <a:pt x="112220" y="0"/>
                    <a:pt x="120319" y="3354"/>
                    <a:pt x="126290" y="9325"/>
                  </a:cubicBezTo>
                  <a:cubicBezTo>
                    <a:pt x="132261" y="15296"/>
                    <a:pt x="135615" y="23395"/>
                    <a:pt x="135615" y="31839"/>
                  </a:cubicBezTo>
                  <a:lnTo>
                    <a:pt x="135615" y="31839"/>
                  </a:lnTo>
                  <a:cubicBezTo>
                    <a:pt x="135615" y="49423"/>
                    <a:pt x="121360" y="63678"/>
                    <a:pt x="103776" y="63678"/>
                  </a:cubicBezTo>
                  <a:lnTo>
                    <a:pt x="31839" y="63678"/>
                  </a:lnTo>
                  <a:cubicBezTo>
                    <a:pt x="14255" y="63678"/>
                    <a:pt x="0" y="49423"/>
                    <a:pt x="0" y="31839"/>
                  </a:cubicBezTo>
                  <a:lnTo>
                    <a:pt x="0" y="31839"/>
                  </a:lnTo>
                  <a:cubicBezTo>
                    <a:pt x="0" y="14255"/>
                    <a:pt x="14255" y="0"/>
                    <a:pt x="318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35615" cy="120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H="true" flipV="true">
            <a:off x="11740713" y="4131189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52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8.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New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issues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53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007556" y="4128312"/>
            <a:ext cx="762972" cy="238968"/>
            <a:chOff x="0" y="0"/>
            <a:chExt cx="1017295" cy="31862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17295" cy="318624"/>
              <a:chOff x="0" y="0"/>
              <a:chExt cx="173155" cy="5423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73155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73155">
                    <a:moveTo>
                      <a:pt x="27117" y="0"/>
                    </a:moveTo>
                    <a:lnTo>
                      <a:pt x="146038" y="0"/>
                    </a:lnTo>
                    <a:cubicBezTo>
                      <a:pt x="153230" y="0"/>
                      <a:pt x="160128" y="2857"/>
                      <a:pt x="165213" y="7942"/>
                    </a:cubicBezTo>
                    <a:cubicBezTo>
                      <a:pt x="170298" y="13028"/>
                      <a:pt x="173155" y="19925"/>
                      <a:pt x="173155" y="27117"/>
                    </a:cubicBezTo>
                    <a:lnTo>
                      <a:pt x="173155" y="27117"/>
                    </a:lnTo>
                    <a:cubicBezTo>
                      <a:pt x="173155" y="34309"/>
                      <a:pt x="170298" y="41206"/>
                      <a:pt x="165213" y="46291"/>
                    </a:cubicBezTo>
                    <a:cubicBezTo>
                      <a:pt x="160128" y="51377"/>
                      <a:pt x="153230" y="54233"/>
                      <a:pt x="146038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173155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1357"/>
              <a:ext cx="101729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이슈 제목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626071" y="4834878"/>
            <a:ext cx="762972" cy="238968"/>
            <a:chOff x="0" y="0"/>
            <a:chExt cx="1017295" cy="31862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017295" cy="318624"/>
              <a:chOff x="0" y="0"/>
              <a:chExt cx="173155" cy="5423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73155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73155">
                    <a:moveTo>
                      <a:pt x="27117" y="0"/>
                    </a:moveTo>
                    <a:lnTo>
                      <a:pt x="146038" y="0"/>
                    </a:lnTo>
                    <a:cubicBezTo>
                      <a:pt x="153230" y="0"/>
                      <a:pt x="160128" y="2857"/>
                      <a:pt x="165213" y="7942"/>
                    </a:cubicBezTo>
                    <a:cubicBezTo>
                      <a:pt x="170298" y="13028"/>
                      <a:pt x="173155" y="19925"/>
                      <a:pt x="173155" y="27117"/>
                    </a:cubicBezTo>
                    <a:lnTo>
                      <a:pt x="173155" y="27117"/>
                    </a:lnTo>
                    <a:cubicBezTo>
                      <a:pt x="173155" y="34309"/>
                      <a:pt x="170298" y="41206"/>
                      <a:pt x="165213" y="46291"/>
                    </a:cubicBezTo>
                    <a:cubicBezTo>
                      <a:pt x="160128" y="51377"/>
                      <a:pt x="153230" y="54233"/>
                      <a:pt x="146038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173155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11357"/>
              <a:ext cx="101729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이슈 설명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96325" y="4106759"/>
            <a:ext cx="762972" cy="238968"/>
            <a:chOff x="0" y="0"/>
            <a:chExt cx="1017295" cy="318624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017295" cy="318624"/>
              <a:chOff x="0" y="0"/>
              <a:chExt cx="173155" cy="542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73155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73155">
                    <a:moveTo>
                      <a:pt x="27117" y="0"/>
                    </a:moveTo>
                    <a:lnTo>
                      <a:pt x="146038" y="0"/>
                    </a:lnTo>
                    <a:cubicBezTo>
                      <a:pt x="153230" y="0"/>
                      <a:pt x="160128" y="2857"/>
                      <a:pt x="165213" y="7942"/>
                    </a:cubicBezTo>
                    <a:cubicBezTo>
                      <a:pt x="170298" y="13028"/>
                      <a:pt x="173155" y="19925"/>
                      <a:pt x="173155" y="27117"/>
                    </a:cubicBezTo>
                    <a:lnTo>
                      <a:pt x="173155" y="27117"/>
                    </a:lnTo>
                    <a:cubicBezTo>
                      <a:pt x="173155" y="34309"/>
                      <a:pt x="170298" y="41206"/>
                      <a:pt x="165213" y="46291"/>
                    </a:cubicBezTo>
                    <a:cubicBezTo>
                      <a:pt x="160128" y="51377"/>
                      <a:pt x="153230" y="54233"/>
                      <a:pt x="146038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73155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0" y="11357"/>
              <a:ext cx="101729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담당자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996325" y="4420983"/>
            <a:ext cx="762972" cy="238968"/>
            <a:chOff x="0" y="0"/>
            <a:chExt cx="1017295" cy="318624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017295" cy="318624"/>
              <a:chOff x="0" y="0"/>
              <a:chExt cx="173155" cy="5423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73155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73155">
                    <a:moveTo>
                      <a:pt x="27117" y="0"/>
                    </a:moveTo>
                    <a:lnTo>
                      <a:pt x="146038" y="0"/>
                    </a:lnTo>
                    <a:cubicBezTo>
                      <a:pt x="153230" y="0"/>
                      <a:pt x="160128" y="2857"/>
                      <a:pt x="165213" y="7942"/>
                    </a:cubicBezTo>
                    <a:cubicBezTo>
                      <a:pt x="170298" y="13028"/>
                      <a:pt x="173155" y="19925"/>
                      <a:pt x="173155" y="27117"/>
                    </a:cubicBezTo>
                    <a:lnTo>
                      <a:pt x="173155" y="27117"/>
                    </a:lnTo>
                    <a:cubicBezTo>
                      <a:pt x="173155" y="34309"/>
                      <a:pt x="170298" y="41206"/>
                      <a:pt x="165213" y="46291"/>
                    </a:cubicBezTo>
                    <a:cubicBezTo>
                      <a:pt x="160128" y="51377"/>
                      <a:pt x="153230" y="54233"/>
                      <a:pt x="146038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173155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0" y="11357"/>
              <a:ext cx="101729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라벨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996325" y="4775570"/>
            <a:ext cx="1239824" cy="238968"/>
            <a:chOff x="0" y="0"/>
            <a:chExt cx="1653098" cy="318624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653098" cy="318624"/>
              <a:chOff x="0" y="0"/>
              <a:chExt cx="281376" cy="54233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81376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81376">
                    <a:moveTo>
                      <a:pt x="27117" y="0"/>
                    </a:moveTo>
                    <a:lnTo>
                      <a:pt x="254259" y="0"/>
                    </a:lnTo>
                    <a:cubicBezTo>
                      <a:pt x="261451" y="0"/>
                      <a:pt x="268348" y="2857"/>
                      <a:pt x="273434" y="7942"/>
                    </a:cubicBezTo>
                    <a:cubicBezTo>
                      <a:pt x="278519" y="13028"/>
                      <a:pt x="281376" y="19925"/>
                      <a:pt x="281376" y="27117"/>
                    </a:cubicBezTo>
                    <a:lnTo>
                      <a:pt x="281376" y="27117"/>
                    </a:lnTo>
                    <a:cubicBezTo>
                      <a:pt x="281376" y="34309"/>
                      <a:pt x="278519" y="41206"/>
                      <a:pt x="273434" y="46291"/>
                    </a:cubicBezTo>
                    <a:cubicBezTo>
                      <a:pt x="268348" y="51377"/>
                      <a:pt x="261451" y="54233"/>
                      <a:pt x="254259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281376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11357"/>
              <a:ext cx="1653098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GitHub 프로젝트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96325" y="5128838"/>
            <a:ext cx="762972" cy="238968"/>
            <a:chOff x="0" y="0"/>
            <a:chExt cx="1017295" cy="318624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1017295" cy="318624"/>
              <a:chOff x="0" y="0"/>
              <a:chExt cx="173155" cy="54233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73155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73155">
                    <a:moveTo>
                      <a:pt x="27117" y="0"/>
                    </a:moveTo>
                    <a:lnTo>
                      <a:pt x="146038" y="0"/>
                    </a:lnTo>
                    <a:cubicBezTo>
                      <a:pt x="153230" y="0"/>
                      <a:pt x="160128" y="2857"/>
                      <a:pt x="165213" y="7942"/>
                    </a:cubicBezTo>
                    <a:cubicBezTo>
                      <a:pt x="170298" y="13028"/>
                      <a:pt x="173155" y="19925"/>
                      <a:pt x="173155" y="27117"/>
                    </a:cubicBezTo>
                    <a:lnTo>
                      <a:pt x="173155" y="27117"/>
                    </a:lnTo>
                    <a:cubicBezTo>
                      <a:pt x="173155" y="34309"/>
                      <a:pt x="170298" y="41206"/>
                      <a:pt x="165213" y="46291"/>
                    </a:cubicBezTo>
                    <a:cubicBezTo>
                      <a:pt x="160128" y="51377"/>
                      <a:pt x="153230" y="54233"/>
                      <a:pt x="146038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57150"/>
                <a:ext cx="173155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0" y="11357"/>
              <a:ext cx="101729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마일스톤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54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9. 이슈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정보 입력 후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Create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015149" y="6513848"/>
            <a:ext cx="583494" cy="241777"/>
            <a:chOff x="0" y="0"/>
            <a:chExt cx="153677" cy="636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3677" cy="63678"/>
            </a:xfrm>
            <a:custGeom>
              <a:avLst/>
              <a:gdLst/>
              <a:ahLst/>
              <a:cxnLst/>
              <a:rect r="r" b="b" t="t" l="l"/>
              <a:pathLst>
                <a:path h="63678" w="153677">
                  <a:moveTo>
                    <a:pt x="31839" y="0"/>
                  </a:moveTo>
                  <a:lnTo>
                    <a:pt x="121839" y="0"/>
                  </a:lnTo>
                  <a:cubicBezTo>
                    <a:pt x="139423" y="0"/>
                    <a:pt x="153677" y="14255"/>
                    <a:pt x="153677" y="31839"/>
                  </a:cubicBezTo>
                  <a:lnTo>
                    <a:pt x="153677" y="31839"/>
                  </a:lnTo>
                  <a:cubicBezTo>
                    <a:pt x="153677" y="49423"/>
                    <a:pt x="139423" y="63678"/>
                    <a:pt x="121839" y="63678"/>
                  </a:cubicBezTo>
                  <a:lnTo>
                    <a:pt x="31839" y="63678"/>
                  </a:lnTo>
                  <a:cubicBezTo>
                    <a:pt x="14255" y="63678"/>
                    <a:pt x="0" y="49423"/>
                    <a:pt x="0" y="31839"/>
                  </a:cubicBezTo>
                  <a:lnTo>
                    <a:pt x="0" y="31839"/>
                  </a:lnTo>
                  <a:cubicBezTo>
                    <a:pt x="0" y="14255"/>
                    <a:pt x="14255" y="0"/>
                    <a:pt x="318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53677" cy="120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55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10. 이슈 생성 결과 확인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56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15419" y="5385415"/>
            <a:ext cx="2657162" cy="571708"/>
            <a:chOff x="0" y="0"/>
            <a:chExt cx="3542882" cy="76227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3542882" cy="762278"/>
              <a:chOff x="0" y="0"/>
              <a:chExt cx="603039" cy="12974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03039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603039">
                    <a:moveTo>
                      <a:pt x="29136" y="0"/>
                    </a:moveTo>
                    <a:lnTo>
                      <a:pt x="573903" y="0"/>
                    </a:lnTo>
                    <a:cubicBezTo>
                      <a:pt x="581630" y="0"/>
                      <a:pt x="589041" y="3070"/>
                      <a:pt x="594505" y="8534"/>
                    </a:cubicBezTo>
                    <a:cubicBezTo>
                      <a:pt x="599969" y="13998"/>
                      <a:pt x="603039" y="21409"/>
                      <a:pt x="603039" y="29136"/>
                    </a:cubicBezTo>
                    <a:lnTo>
                      <a:pt x="603039" y="100612"/>
                    </a:lnTo>
                    <a:cubicBezTo>
                      <a:pt x="603039" y="108340"/>
                      <a:pt x="599969" y="115750"/>
                      <a:pt x="594505" y="121215"/>
                    </a:cubicBezTo>
                    <a:cubicBezTo>
                      <a:pt x="589041" y="126679"/>
                      <a:pt x="581630" y="129748"/>
                      <a:pt x="573903" y="129748"/>
                    </a:cubicBezTo>
                    <a:lnTo>
                      <a:pt x="29136" y="129748"/>
                    </a:lnTo>
                    <a:cubicBezTo>
                      <a:pt x="13045" y="129748"/>
                      <a:pt x="0" y="116704"/>
                      <a:pt x="0" y="100612"/>
                    </a:cubicBezTo>
                    <a:lnTo>
                      <a:pt x="0" y="29136"/>
                    </a:lnTo>
                    <a:cubicBezTo>
                      <a:pt x="0" y="21409"/>
                      <a:pt x="3070" y="13998"/>
                      <a:pt x="8534" y="8534"/>
                    </a:cubicBezTo>
                    <a:cubicBezTo>
                      <a:pt x="13998" y="3070"/>
                      <a:pt x="21409" y="0"/>
                      <a:pt x="29136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603039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832"/>
              <a:ext cx="3542882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연결된 마일스톤을 확인해 보면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등록한 이슈가 표시된다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57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834768" y="3595549"/>
            <a:ext cx="6618464" cy="4482601"/>
            <a:chOff x="0" y="0"/>
            <a:chExt cx="8824619" cy="597680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62" y="4706801"/>
              <a:ext cx="8824557" cy="1270000"/>
              <a:chOff x="0" y="0"/>
              <a:chExt cx="1743122" cy="25086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43122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743122">
                    <a:moveTo>
                      <a:pt x="116975" y="0"/>
                    </a:moveTo>
                    <a:lnTo>
                      <a:pt x="1626147" y="0"/>
                    </a:lnTo>
                    <a:cubicBezTo>
                      <a:pt x="1690751" y="0"/>
                      <a:pt x="1743122" y="52372"/>
                      <a:pt x="1743122" y="116975"/>
                    </a:cubicBezTo>
                    <a:lnTo>
                      <a:pt x="1743122" y="133889"/>
                    </a:lnTo>
                    <a:cubicBezTo>
                      <a:pt x="1743122" y="164913"/>
                      <a:pt x="1730798" y="194666"/>
                      <a:pt x="1708861" y="216603"/>
                    </a:cubicBezTo>
                    <a:cubicBezTo>
                      <a:pt x="1686924" y="238540"/>
                      <a:pt x="1657171" y="250864"/>
                      <a:pt x="1626147" y="250864"/>
                    </a:cubicBezTo>
                    <a:lnTo>
                      <a:pt x="116975" y="250864"/>
                    </a:lnTo>
                    <a:cubicBezTo>
                      <a:pt x="85952" y="250864"/>
                      <a:pt x="56198" y="238540"/>
                      <a:pt x="34261" y="216603"/>
                    </a:cubicBezTo>
                    <a:cubicBezTo>
                      <a:pt x="12324" y="194666"/>
                      <a:pt x="0" y="164913"/>
                      <a:pt x="0" y="133889"/>
                    </a:cubicBezTo>
                    <a:lnTo>
                      <a:pt x="0" y="116975"/>
                    </a:lnTo>
                    <a:cubicBezTo>
                      <a:pt x="0" y="85952"/>
                      <a:pt x="12324" y="56198"/>
                      <a:pt x="34261" y="34261"/>
                    </a:cubicBezTo>
                    <a:cubicBezTo>
                      <a:pt x="56198" y="12324"/>
                      <a:pt x="85952" y="0"/>
                      <a:pt x="11697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1743122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AutoShape 24" id="24"/>
            <p:cNvSpPr/>
            <p:nvPr/>
          </p:nvSpPr>
          <p:spPr>
            <a:xfrm>
              <a:off x="31" y="1141903"/>
              <a:ext cx="8824557" cy="21598"/>
            </a:xfrm>
            <a:prstGeom prst="line">
              <a:avLst/>
            </a:prstGeom>
            <a:ln cap="flat" w="25400">
              <a:solidFill>
                <a:srgbClr val="4D6B99">
                  <a:alpha val="60784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5" id="25"/>
            <p:cNvSpPr txBox="true"/>
            <p:nvPr/>
          </p:nvSpPr>
          <p:spPr>
            <a:xfrm rot="0">
              <a:off x="31" y="-95250"/>
              <a:ext cx="8824557" cy="899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b="true">
                  <a:solidFill>
                    <a:srgbClr val="526D82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더 살펴보면 좋은 기능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31" y="1506401"/>
              <a:ext cx="8824557" cy="1270000"/>
              <a:chOff x="0" y="0"/>
              <a:chExt cx="1743122" cy="25086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743122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743122">
                    <a:moveTo>
                      <a:pt x="116975" y="0"/>
                    </a:moveTo>
                    <a:lnTo>
                      <a:pt x="1626147" y="0"/>
                    </a:lnTo>
                    <a:cubicBezTo>
                      <a:pt x="1690751" y="0"/>
                      <a:pt x="1743122" y="52372"/>
                      <a:pt x="1743122" y="116975"/>
                    </a:cubicBezTo>
                    <a:lnTo>
                      <a:pt x="1743122" y="133889"/>
                    </a:lnTo>
                    <a:cubicBezTo>
                      <a:pt x="1743122" y="164913"/>
                      <a:pt x="1730798" y="194666"/>
                      <a:pt x="1708861" y="216603"/>
                    </a:cubicBezTo>
                    <a:cubicBezTo>
                      <a:pt x="1686924" y="238540"/>
                      <a:pt x="1657171" y="250864"/>
                      <a:pt x="1626147" y="250864"/>
                    </a:cubicBezTo>
                    <a:lnTo>
                      <a:pt x="116975" y="250864"/>
                    </a:lnTo>
                    <a:cubicBezTo>
                      <a:pt x="85952" y="250864"/>
                      <a:pt x="56198" y="238540"/>
                      <a:pt x="34261" y="216603"/>
                    </a:cubicBezTo>
                    <a:cubicBezTo>
                      <a:pt x="12324" y="194666"/>
                      <a:pt x="0" y="164913"/>
                      <a:pt x="0" y="133889"/>
                    </a:cubicBezTo>
                    <a:lnTo>
                      <a:pt x="0" y="116975"/>
                    </a:lnTo>
                    <a:cubicBezTo>
                      <a:pt x="0" y="85952"/>
                      <a:pt x="12324" y="56198"/>
                      <a:pt x="34261" y="34261"/>
                    </a:cubicBezTo>
                    <a:cubicBezTo>
                      <a:pt x="56198" y="12324"/>
                      <a:pt x="85952" y="0"/>
                      <a:pt x="11697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1743122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1754263"/>
              <a:ext cx="882458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GitHub Project</a:t>
              </a: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62" y="3106601"/>
              <a:ext cx="8824557" cy="1270000"/>
              <a:chOff x="0" y="0"/>
              <a:chExt cx="1743122" cy="25086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743122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743122">
                    <a:moveTo>
                      <a:pt x="116975" y="0"/>
                    </a:moveTo>
                    <a:lnTo>
                      <a:pt x="1626147" y="0"/>
                    </a:lnTo>
                    <a:cubicBezTo>
                      <a:pt x="1690751" y="0"/>
                      <a:pt x="1743122" y="52372"/>
                      <a:pt x="1743122" y="116975"/>
                    </a:cubicBezTo>
                    <a:lnTo>
                      <a:pt x="1743122" y="133889"/>
                    </a:lnTo>
                    <a:cubicBezTo>
                      <a:pt x="1743122" y="164913"/>
                      <a:pt x="1730798" y="194666"/>
                      <a:pt x="1708861" y="216603"/>
                    </a:cubicBezTo>
                    <a:cubicBezTo>
                      <a:pt x="1686924" y="238540"/>
                      <a:pt x="1657171" y="250864"/>
                      <a:pt x="1626147" y="250864"/>
                    </a:cubicBezTo>
                    <a:lnTo>
                      <a:pt x="116975" y="250864"/>
                    </a:lnTo>
                    <a:cubicBezTo>
                      <a:pt x="85952" y="250864"/>
                      <a:pt x="56198" y="238540"/>
                      <a:pt x="34261" y="216603"/>
                    </a:cubicBezTo>
                    <a:cubicBezTo>
                      <a:pt x="12324" y="194666"/>
                      <a:pt x="0" y="164913"/>
                      <a:pt x="0" y="133889"/>
                    </a:cubicBezTo>
                    <a:lnTo>
                      <a:pt x="0" y="116975"/>
                    </a:lnTo>
                    <a:cubicBezTo>
                      <a:pt x="0" y="85952"/>
                      <a:pt x="12324" y="56198"/>
                      <a:pt x="34261" y="34261"/>
                    </a:cubicBezTo>
                    <a:cubicBezTo>
                      <a:pt x="56198" y="12324"/>
                      <a:pt x="85952" y="0"/>
                      <a:pt x="11697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1743122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1" y="3354463"/>
              <a:ext cx="882458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Issue Template, PR Template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1" y="4954663"/>
              <a:ext cx="882458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Webhooks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Issue 와 Milestone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02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>
  <p:cSld>
    <p:bg>
      <p:bgPr>
        <a:solidFill>
          <a:srgbClr val="3C54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5299075"/>
            <a:ext cx="1828800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DependaBot과 CodeQL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06053" y="2898775"/>
            <a:ext cx="827589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b="true">
                <a:solidFill>
                  <a:srgbClr val="F5F8FA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9144000" y="1028700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9163050" y="7548543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8457686" y="7416100"/>
            <a:ext cx="7517323" cy="952500"/>
            <a:chOff x="0" y="0"/>
            <a:chExt cx="10023098" cy="127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35" y="0"/>
              <a:ext cx="10023062" cy="1270000"/>
              <a:chOff x="0" y="0"/>
              <a:chExt cx="1979864" cy="25086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79864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979864">
                    <a:moveTo>
                      <a:pt x="102988" y="0"/>
                    </a:moveTo>
                    <a:lnTo>
                      <a:pt x="1876876" y="0"/>
                    </a:lnTo>
                    <a:cubicBezTo>
                      <a:pt x="1904190" y="0"/>
                      <a:pt x="1930386" y="10850"/>
                      <a:pt x="1949700" y="30165"/>
                    </a:cubicBezTo>
                    <a:cubicBezTo>
                      <a:pt x="1969014" y="49479"/>
                      <a:pt x="1979864" y="75674"/>
                      <a:pt x="1979864" y="102988"/>
                    </a:cubicBezTo>
                    <a:lnTo>
                      <a:pt x="1979864" y="147876"/>
                    </a:lnTo>
                    <a:cubicBezTo>
                      <a:pt x="1979864" y="204755"/>
                      <a:pt x="1933755" y="250864"/>
                      <a:pt x="1876876" y="250864"/>
                    </a:cubicBezTo>
                    <a:lnTo>
                      <a:pt x="102988" y="250864"/>
                    </a:lnTo>
                    <a:cubicBezTo>
                      <a:pt x="75674" y="250864"/>
                      <a:pt x="49479" y="240014"/>
                      <a:pt x="30165" y="220700"/>
                    </a:cubicBezTo>
                    <a:cubicBezTo>
                      <a:pt x="10850" y="201386"/>
                      <a:pt x="0" y="175190"/>
                      <a:pt x="0" y="147876"/>
                    </a:cubicBezTo>
                    <a:lnTo>
                      <a:pt x="0" y="102988"/>
                    </a:lnTo>
                    <a:cubicBezTo>
                      <a:pt x="0" y="75674"/>
                      <a:pt x="10850" y="49479"/>
                      <a:pt x="30165" y="30165"/>
                    </a:cubicBezTo>
                    <a:cubicBezTo>
                      <a:pt x="49479" y="10850"/>
                      <a:pt x="75674" y="0"/>
                      <a:pt x="10298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1979864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247861"/>
              <a:ext cx="1002309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취약점을 탐지하고 해결책을 제시하는 도구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226712" y="3687085"/>
            <a:ext cx="4290863" cy="3955500"/>
            <a:chOff x="0" y="0"/>
            <a:chExt cx="5721150" cy="527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1916" cy="3811916"/>
            </a:xfrm>
            <a:custGeom>
              <a:avLst/>
              <a:gdLst/>
              <a:ahLst/>
              <a:cxnLst/>
              <a:rect r="r" b="b" t="t" l="l"/>
              <a:pathLst>
                <a:path h="3811916" w="3811916">
                  <a:moveTo>
                    <a:pt x="0" y="0"/>
                  </a:moveTo>
                  <a:lnTo>
                    <a:pt x="3811916" y="0"/>
                  </a:lnTo>
                  <a:lnTo>
                    <a:pt x="3811916" y="3811916"/>
                  </a:lnTo>
                  <a:lnTo>
                    <a:pt x="0" y="3811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905958" y="1458808"/>
              <a:ext cx="3815192" cy="3815192"/>
            </a:xfrm>
            <a:custGeom>
              <a:avLst/>
              <a:gdLst/>
              <a:ahLst/>
              <a:cxnLst/>
              <a:rect r="r" b="b" t="t" l="l"/>
              <a:pathLst>
                <a:path h="3815192" w="3815192">
                  <a:moveTo>
                    <a:pt x="0" y="0"/>
                  </a:moveTo>
                  <a:lnTo>
                    <a:pt x="3815192" y="0"/>
                  </a:lnTo>
                  <a:lnTo>
                    <a:pt x="3815192" y="3815192"/>
                  </a:lnTo>
                  <a:lnTo>
                    <a:pt x="0" y="3815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59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07127" y="5059296"/>
            <a:ext cx="6618441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 내 다양한 취약점을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분석, 해결해 주는 도구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DependaBot &amp; CodeQL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07127" y="6482967"/>
            <a:ext cx="6618441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소스 코드 및 라이브러리 취약점 탐지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60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749040" y="3288945"/>
            <a:ext cx="2858937" cy="2858937"/>
          </a:xfrm>
          <a:custGeom>
            <a:avLst/>
            <a:gdLst/>
            <a:ahLst/>
            <a:cxnLst/>
            <a:rect r="r" b="b" t="t" l="l"/>
            <a:pathLst>
              <a:path h="2858937" w="2858937">
                <a:moveTo>
                  <a:pt x="0" y="0"/>
                </a:moveTo>
                <a:lnTo>
                  <a:pt x="2858937" y="0"/>
                </a:lnTo>
                <a:lnTo>
                  <a:pt x="2858937" y="2858938"/>
                </a:lnTo>
                <a:lnTo>
                  <a:pt x="0" y="2858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3944479" y="7313932"/>
            <a:ext cx="4468058" cy="952500"/>
            <a:chOff x="0" y="0"/>
            <a:chExt cx="5957411" cy="1270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21" y="0"/>
              <a:ext cx="5957390" cy="1270000"/>
              <a:chOff x="0" y="0"/>
              <a:chExt cx="1176768" cy="25086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176768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176768">
                    <a:moveTo>
                      <a:pt x="125432" y="0"/>
                    </a:moveTo>
                    <a:lnTo>
                      <a:pt x="1051336" y="0"/>
                    </a:lnTo>
                    <a:cubicBezTo>
                      <a:pt x="1120611" y="0"/>
                      <a:pt x="1176768" y="56158"/>
                      <a:pt x="1176768" y="125432"/>
                    </a:cubicBezTo>
                    <a:lnTo>
                      <a:pt x="1176768" y="125432"/>
                    </a:lnTo>
                    <a:cubicBezTo>
                      <a:pt x="1176768" y="194706"/>
                      <a:pt x="1120611" y="250864"/>
                      <a:pt x="1051336" y="250864"/>
                    </a:cubicBezTo>
                    <a:lnTo>
                      <a:pt x="125432" y="250864"/>
                    </a:lnTo>
                    <a:cubicBezTo>
                      <a:pt x="56158" y="250864"/>
                      <a:pt x="0" y="194706"/>
                      <a:pt x="0" y="125432"/>
                    </a:cubicBezTo>
                    <a:lnTo>
                      <a:pt x="0" y="125432"/>
                    </a:lnTo>
                    <a:cubicBezTo>
                      <a:pt x="0" y="56158"/>
                      <a:pt x="56158" y="0"/>
                      <a:pt x="1254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1176768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247861"/>
              <a:ext cx="5957411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라이브러리 취약점 탐지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678804" y="3286489"/>
            <a:ext cx="2861394" cy="2861394"/>
          </a:xfrm>
          <a:custGeom>
            <a:avLst/>
            <a:gdLst/>
            <a:ahLst/>
            <a:cxnLst/>
            <a:rect r="r" b="b" t="t" l="l"/>
            <a:pathLst>
              <a:path h="2861394" w="2861394">
                <a:moveTo>
                  <a:pt x="0" y="0"/>
                </a:moveTo>
                <a:lnTo>
                  <a:pt x="2861394" y="0"/>
                </a:lnTo>
                <a:lnTo>
                  <a:pt x="2861394" y="2861394"/>
                </a:lnTo>
                <a:lnTo>
                  <a:pt x="0" y="28613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875471" y="7313932"/>
            <a:ext cx="4468058" cy="952500"/>
            <a:chOff x="0" y="0"/>
            <a:chExt cx="5957411" cy="1270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21" y="0"/>
              <a:ext cx="5957390" cy="1270000"/>
              <a:chOff x="0" y="0"/>
              <a:chExt cx="1176768" cy="25086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176768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176768">
                    <a:moveTo>
                      <a:pt x="125432" y="0"/>
                    </a:moveTo>
                    <a:lnTo>
                      <a:pt x="1051336" y="0"/>
                    </a:lnTo>
                    <a:cubicBezTo>
                      <a:pt x="1120611" y="0"/>
                      <a:pt x="1176768" y="56158"/>
                      <a:pt x="1176768" y="125432"/>
                    </a:cubicBezTo>
                    <a:lnTo>
                      <a:pt x="1176768" y="125432"/>
                    </a:lnTo>
                    <a:cubicBezTo>
                      <a:pt x="1176768" y="194706"/>
                      <a:pt x="1120611" y="250864"/>
                      <a:pt x="1051336" y="250864"/>
                    </a:cubicBezTo>
                    <a:lnTo>
                      <a:pt x="125432" y="250864"/>
                    </a:lnTo>
                    <a:cubicBezTo>
                      <a:pt x="56158" y="250864"/>
                      <a:pt x="0" y="194706"/>
                      <a:pt x="0" y="125432"/>
                    </a:cubicBezTo>
                    <a:lnTo>
                      <a:pt x="0" y="125432"/>
                    </a:lnTo>
                    <a:cubicBezTo>
                      <a:pt x="0" y="56158"/>
                      <a:pt x="56158" y="0"/>
                      <a:pt x="1254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1176768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247861"/>
              <a:ext cx="5957411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소스 코드 취약점 탐지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944479" y="6435573"/>
            <a:ext cx="4468058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DependaBot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75471" y="6435573"/>
            <a:ext cx="4468058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CodeQL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3466720" y="3759412"/>
            <a:ext cx="3810846" cy="3810846"/>
          </a:xfrm>
          <a:custGeom>
            <a:avLst/>
            <a:gdLst/>
            <a:ahLst/>
            <a:cxnLst/>
            <a:rect r="r" b="b" t="t" l="l"/>
            <a:pathLst>
              <a:path h="3810846" w="3810846">
                <a:moveTo>
                  <a:pt x="0" y="0"/>
                </a:moveTo>
                <a:lnTo>
                  <a:pt x="3810847" y="0"/>
                </a:lnTo>
                <a:lnTo>
                  <a:pt x="3810847" y="3810846"/>
                </a:lnTo>
                <a:lnTo>
                  <a:pt x="0" y="38108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61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DependaBot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25552" y="4987858"/>
            <a:ext cx="6381545" cy="952500"/>
            <a:chOff x="0" y="0"/>
            <a:chExt cx="8508727" cy="1270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라이브러리, 패키지 취약점 경고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25574" y="6188008"/>
            <a:ext cx="6381545" cy="952500"/>
            <a:chOff x="0" y="0"/>
            <a:chExt cx="8508727" cy="1270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종속성 버전 업데이트 확인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25574" y="7388158"/>
            <a:ext cx="6381545" cy="952500"/>
            <a:chOff x="0" y="0"/>
            <a:chExt cx="8508727" cy="1270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설정된 시간마다 자동 실행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3466720" y="3759412"/>
            <a:ext cx="3805304" cy="3805304"/>
          </a:xfrm>
          <a:custGeom>
            <a:avLst/>
            <a:gdLst/>
            <a:ahLst/>
            <a:cxnLst/>
            <a:rect r="r" b="b" t="t" l="l"/>
            <a:pathLst>
              <a:path h="3805304" w="3805304">
                <a:moveTo>
                  <a:pt x="0" y="0"/>
                </a:moveTo>
                <a:lnTo>
                  <a:pt x="3805304" y="0"/>
                </a:lnTo>
                <a:lnTo>
                  <a:pt x="3805304" y="3805304"/>
                </a:lnTo>
                <a:lnTo>
                  <a:pt x="0" y="3805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62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CodeQL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25552" y="4987858"/>
            <a:ext cx="6381545" cy="952500"/>
            <a:chOff x="0" y="0"/>
            <a:chExt cx="8508727" cy="1270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코드 취약점 및 오류 검사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25574" y="6188008"/>
            <a:ext cx="6381545" cy="952500"/>
            <a:chOff x="0" y="0"/>
            <a:chExt cx="8508727" cy="1270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코드 리뷰 진행 후 보고서 작성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25574" y="7388158"/>
            <a:ext cx="6381545" cy="952500"/>
            <a:chOff x="0" y="0"/>
            <a:chExt cx="8508727" cy="1270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다양한 프로그래밍 언어 지원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42210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63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749040" y="3422102"/>
            <a:ext cx="1427074" cy="1427074"/>
          </a:xfrm>
          <a:custGeom>
            <a:avLst/>
            <a:gdLst/>
            <a:ahLst/>
            <a:cxnLst/>
            <a:rect r="r" b="b" t="t" l="l"/>
            <a:pathLst>
              <a:path h="1427074" w="1427074">
                <a:moveTo>
                  <a:pt x="0" y="0"/>
                </a:moveTo>
                <a:lnTo>
                  <a:pt x="1427074" y="0"/>
                </a:lnTo>
                <a:lnTo>
                  <a:pt x="1427074" y="1427075"/>
                </a:lnTo>
                <a:lnTo>
                  <a:pt x="0" y="1427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42210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4749040" y="3422102"/>
            <a:ext cx="1427074" cy="1427074"/>
          </a:xfrm>
          <a:custGeom>
            <a:avLst/>
            <a:gdLst/>
            <a:ahLst/>
            <a:cxnLst/>
            <a:rect r="r" b="b" t="t" l="l"/>
            <a:pathLst>
              <a:path h="1427074" w="1427074">
                <a:moveTo>
                  <a:pt x="0" y="0"/>
                </a:moveTo>
                <a:lnTo>
                  <a:pt x="1427074" y="0"/>
                </a:lnTo>
                <a:lnTo>
                  <a:pt x="1427074" y="1427075"/>
                </a:lnTo>
                <a:lnTo>
                  <a:pt x="0" y="1427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64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65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1. GitHub 리포지토리 접속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66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629086" y="3568159"/>
            <a:ext cx="507294" cy="270352"/>
            <a:chOff x="0" y="0"/>
            <a:chExt cx="133608" cy="712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3608" cy="71204"/>
            </a:xfrm>
            <a:custGeom>
              <a:avLst/>
              <a:gdLst/>
              <a:ahLst/>
              <a:cxnLst/>
              <a:rect r="r" b="b" t="t" l="l"/>
              <a:pathLst>
                <a:path h="71204" w="133608">
                  <a:moveTo>
                    <a:pt x="35602" y="0"/>
                  </a:moveTo>
                  <a:lnTo>
                    <a:pt x="98006" y="0"/>
                  </a:lnTo>
                  <a:cubicBezTo>
                    <a:pt x="107449" y="0"/>
                    <a:pt x="116504" y="3751"/>
                    <a:pt x="123181" y="10428"/>
                  </a:cubicBezTo>
                  <a:cubicBezTo>
                    <a:pt x="129857" y="17104"/>
                    <a:pt x="133608" y="26160"/>
                    <a:pt x="133608" y="35602"/>
                  </a:cubicBezTo>
                  <a:lnTo>
                    <a:pt x="133608" y="35602"/>
                  </a:lnTo>
                  <a:cubicBezTo>
                    <a:pt x="133608" y="45044"/>
                    <a:pt x="129857" y="54100"/>
                    <a:pt x="123181" y="60776"/>
                  </a:cubicBezTo>
                  <a:cubicBezTo>
                    <a:pt x="116504" y="67453"/>
                    <a:pt x="107449" y="71204"/>
                    <a:pt x="98006" y="71204"/>
                  </a:cubicBezTo>
                  <a:lnTo>
                    <a:pt x="35602" y="71204"/>
                  </a:lnTo>
                  <a:cubicBezTo>
                    <a:pt x="26160" y="71204"/>
                    <a:pt x="17104" y="67453"/>
                    <a:pt x="10428" y="60776"/>
                  </a:cubicBezTo>
                  <a:cubicBezTo>
                    <a:pt x="3751" y="54100"/>
                    <a:pt x="0" y="45044"/>
                    <a:pt x="0" y="35602"/>
                  </a:cubicBezTo>
                  <a:lnTo>
                    <a:pt x="0" y="35602"/>
                  </a:lnTo>
                  <a:cubicBezTo>
                    <a:pt x="0" y="26160"/>
                    <a:pt x="3751" y="17104"/>
                    <a:pt x="10428" y="10428"/>
                  </a:cubicBezTo>
                  <a:cubicBezTo>
                    <a:pt x="17104" y="3751"/>
                    <a:pt x="26160" y="0"/>
                    <a:pt x="356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33608" cy="128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H="true" flipV="true">
            <a:off x="8187390" y="3805060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2.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Security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67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762514" y="4176307"/>
            <a:ext cx="762972" cy="238968"/>
            <a:chOff x="0" y="0"/>
            <a:chExt cx="1017295" cy="31862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17295" cy="318624"/>
              <a:chOff x="0" y="0"/>
              <a:chExt cx="173155" cy="5423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73155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73155">
                    <a:moveTo>
                      <a:pt x="27117" y="0"/>
                    </a:moveTo>
                    <a:lnTo>
                      <a:pt x="146038" y="0"/>
                    </a:lnTo>
                    <a:cubicBezTo>
                      <a:pt x="153230" y="0"/>
                      <a:pt x="160128" y="2857"/>
                      <a:pt x="165213" y="7942"/>
                    </a:cubicBezTo>
                    <a:cubicBezTo>
                      <a:pt x="170298" y="13028"/>
                      <a:pt x="173155" y="19925"/>
                      <a:pt x="173155" y="27117"/>
                    </a:cubicBezTo>
                    <a:lnTo>
                      <a:pt x="173155" y="27117"/>
                    </a:lnTo>
                    <a:cubicBezTo>
                      <a:pt x="173155" y="34309"/>
                      <a:pt x="170298" y="41206"/>
                      <a:pt x="165213" y="46291"/>
                    </a:cubicBezTo>
                    <a:cubicBezTo>
                      <a:pt x="160128" y="51377"/>
                      <a:pt x="153230" y="54233"/>
                      <a:pt x="146038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173155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1357"/>
              <a:ext cx="101729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보안 정책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762514" y="4480693"/>
            <a:ext cx="1522899" cy="238968"/>
            <a:chOff x="0" y="0"/>
            <a:chExt cx="2030532" cy="31862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030532" cy="318624"/>
              <a:chOff x="0" y="0"/>
              <a:chExt cx="345620" cy="5423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45620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345620">
                    <a:moveTo>
                      <a:pt x="27117" y="0"/>
                    </a:moveTo>
                    <a:lnTo>
                      <a:pt x="318503" y="0"/>
                    </a:lnTo>
                    <a:cubicBezTo>
                      <a:pt x="325695" y="0"/>
                      <a:pt x="332592" y="2857"/>
                      <a:pt x="337677" y="7942"/>
                    </a:cubicBezTo>
                    <a:cubicBezTo>
                      <a:pt x="342763" y="13028"/>
                      <a:pt x="345620" y="19925"/>
                      <a:pt x="345620" y="27117"/>
                    </a:cubicBezTo>
                    <a:lnTo>
                      <a:pt x="345620" y="27117"/>
                    </a:lnTo>
                    <a:cubicBezTo>
                      <a:pt x="345620" y="34309"/>
                      <a:pt x="342763" y="41206"/>
                      <a:pt x="337677" y="46291"/>
                    </a:cubicBezTo>
                    <a:cubicBezTo>
                      <a:pt x="332592" y="51377"/>
                      <a:pt x="325695" y="54233"/>
                      <a:pt x="318503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345620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11357"/>
              <a:ext cx="2030532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보안 취약점 해결 권고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762514" y="4786336"/>
            <a:ext cx="1186931" cy="238968"/>
            <a:chOff x="0" y="0"/>
            <a:chExt cx="1582575" cy="318624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582575" cy="318624"/>
              <a:chOff x="0" y="0"/>
              <a:chExt cx="269372" cy="542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69372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69372">
                    <a:moveTo>
                      <a:pt x="27117" y="0"/>
                    </a:moveTo>
                    <a:lnTo>
                      <a:pt x="242255" y="0"/>
                    </a:lnTo>
                    <a:cubicBezTo>
                      <a:pt x="249447" y="0"/>
                      <a:pt x="256344" y="2857"/>
                      <a:pt x="261430" y="7942"/>
                    </a:cubicBezTo>
                    <a:cubicBezTo>
                      <a:pt x="266515" y="13028"/>
                      <a:pt x="269372" y="19925"/>
                      <a:pt x="269372" y="27117"/>
                    </a:cubicBezTo>
                    <a:lnTo>
                      <a:pt x="269372" y="27117"/>
                    </a:lnTo>
                    <a:cubicBezTo>
                      <a:pt x="269372" y="34309"/>
                      <a:pt x="266515" y="41206"/>
                      <a:pt x="261430" y="46291"/>
                    </a:cubicBezTo>
                    <a:cubicBezTo>
                      <a:pt x="256344" y="51377"/>
                      <a:pt x="249447" y="54233"/>
                      <a:pt x="242255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269372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0" y="11357"/>
              <a:ext cx="158257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보안 취약점 제보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762514" y="5091979"/>
            <a:ext cx="1330917" cy="238968"/>
            <a:chOff x="0" y="0"/>
            <a:chExt cx="1774556" cy="318624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774556" cy="318624"/>
              <a:chOff x="0" y="0"/>
              <a:chExt cx="302050" cy="5423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02050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302050">
                    <a:moveTo>
                      <a:pt x="27117" y="0"/>
                    </a:moveTo>
                    <a:lnTo>
                      <a:pt x="274933" y="0"/>
                    </a:lnTo>
                    <a:cubicBezTo>
                      <a:pt x="289909" y="0"/>
                      <a:pt x="302050" y="12141"/>
                      <a:pt x="302050" y="27117"/>
                    </a:cubicBezTo>
                    <a:lnTo>
                      <a:pt x="302050" y="27117"/>
                    </a:lnTo>
                    <a:cubicBezTo>
                      <a:pt x="302050" y="34309"/>
                      <a:pt x="299193" y="41206"/>
                      <a:pt x="294107" y="46291"/>
                    </a:cubicBezTo>
                    <a:cubicBezTo>
                      <a:pt x="289022" y="51377"/>
                      <a:pt x="282125" y="54233"/>
                      <a:pt x="274933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302050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0" y="11357"/>
              <a:ext cx="1774556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Dependabot 경고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762514" y="5397622"/>
            <a:ext cx="1050944" cy="238968"/>
            <a:chOff x="0" y="0"/>
            <a:chExt cx="1401259" cy="318624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401259" cy="318624"/>
              <a:chOff x="0" y="0"/>
              <a:chExt cx="238510" cy="54233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238510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38510">
                    <a:moveTo>
                      <a:pt x="27117" y="0"/>
                    </a:moveTo>
                    <a:lnTo>
                      <a:pt x="211393" y="0"/>
                    </a:lnTo>
                    <a:cubicBezTo>
                      <a:pt x="218585" y="0"/>
                      <a:pt x="225482" y="2857"/>
                      <a:pt x="230568" y="7942"/>
                    </a:cubicBezTo>
                    <a:cubicBezTo>
                      <a:pt x="235653" y="13028"/>
                      <a:pt x="238510" y="19925"/>
                      <a:pt x="238510" y="27117"/>
                    </a:cubicBezTo>
                    <a:lnTo>
                      <a:pt x="238510" y="27117"/>
                    </a:lnTo>
                    <a:cubicBezTo>
                      <a:pt x="238510" y="34309"/>
                      <a:pt x="235653" y="41206"/>
                      <a:pt x="230568" y="46291"/>
                    </a:cubicBezTo>
                    <a:cubicBezTo>
                      <a:pt x="225482" y="51377"/>
                      <a:pt x="218585" y="54233"/>
                      <a:pt x="211393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57150"/>
                <a:ext cx="238510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11357"/>
              <a:ext cx="1401259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CodeQL 경고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762514" y="5703266"/>
            <a:ext cx="1522899" cy="238968"/>
            <a:chOff x="0" y="0"/>
            <a:chExt cx="2030532" cy="318624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2030532" cy="318624"/>
              <a:chOff x="0" y="0"/>
              <a:chExt cx="345620" cy="54233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345620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345620">
                    <a:moveTo>
                      <a:pt x="27117" y="0"/>
                    </a:moveTo>
                    <a:lnTo>
                      <a:pt x="318503" y="0"/>
                    </a:lnTo>
                    <a:cubicBezTo>
                      <a:pt x="325695" y="0"/>
                      <a:pt x="332592" y="2857"/>
                      <a:pt x="337677" y="7942"/>
                    </a:cubicBezTo>
                    <a:cubicBezTo>
                      <a:pt x="342763" y="13028"/>
                      <a:pt x="345620" y="19925"/>
                      <a:pt x="345620" y="27117"/>
                    </a:cubicBezTo>
                    <a:lnTo>
                      <a:pt x="345620" y="27117"/>
                    </a:lnTo>
                    <a:cubicBezTo>
                      <a:pt x="345620" y="34309"/>
                      <a:pt x="342763" y="41206"/>
                      <a:pt x="337677" y="46291"/>
                    </a:cubicBezTo>
                    <a:cubicBezTo>
                      <a:pt x="332592" y="51377"/>
                      <a:pt x="325695" y="54233"/>
                      <a:pt x="318503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57150"/>
                <a:ext cx="345620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0" y="11357"/>
              <a:ext cx="2030532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GitHub Secrets 경고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68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3.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Enable Dependabot alerts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824780" y="5096013"/>
            <a:ext cx="836220" cy="228261"/>
            <a:chOff x="0" y="0"/>
            <a:chExt cx="220239" cy="601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239" cy="60118"/>
            </a:xfrm>
            <a:custGeom>
              <a:avLst/>
              <a:gdLst/>
              <a:ahLst/>
              <a:cxnLst/>
              <a:rect r="r" b="b" t="t" l="l"/>
              <a:pathLst>
                <a:path h="60118" w="220239">
                  <a:moveTo>
                    <a:pt x="30059" y="0"/>
                  </a:moveTo>
                  <a:lnTo>
                    <a:pt x="190180" y="0"/>
                  </a:lnTo>
                  <a:cubicBezTo>
                    <a:pt x="198152" y="0"/>
                    <a:pt x="205798" y="3167"/>
                    <a:pt x="211435" y="8804"/>
                  </a:cubicBezTo>
                  <a:cubicBezTo>
                    <a:pt x="217072" y="14441"/>
                    <a:pt x="220239" y="22087"/>
                    <a:pt x="220239" y="30059"/>
                  </a:cubicBezTo>
                  <a:lnTo>
                    <a:pt x="220239" y="30059"/>
                  </a:lnTo>
                  <a:cubicBezTo>
                    <a:pt x="220239" y="46660"/>
                    <a:pt x="206781" y="60118"/>
                    <a:pt x="190180" y="60118"/>
                  </a:cubicBezTo>
                  <a:lnTo>
                    <a:pt x="30059" y="60118"/>
                  </a:lnTo>
                  <a:cubicBezTo>
                    <a:pt x="22087" y="60118"/>
                    <a:pt x="14441" y="56951"/>
                    <a:pt x="8804" y="51314"/>
                  </a:cubicBezTo>
                  <a:cubicBezTo>
                    <a:pt x="3167" y="45677"/>
                    <a:pt x="0" y="38031"/>
                    <a:pt x="0" y="30059"/>
                  </a:cubicBezTo>
                  <a:lnTo>
                    <a:pt x="0" y="30059"/>
                  </a:lnTo>
                  <a:cubicBezTo>
                    <a:pt x="0" y="22087"/>
                    <a:pt x="3167" y="14441"/>
                    <a:pt x="8804" y="8804"/>
                  </a:cubicBezTo>
                  <a:cubicBezTo>
                    <a:pt x="14441" y="3167"/>
                    <a:pt x="22087" y="0"/>
                    <a:pt x="300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20239" cy="117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9127990" y="4865991"/>
            <a:ext cx="1764443" cy="238968"/>
            <a:chOff x="0" y="0"/>
            <a:chExt cx="2352591" cy="31862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352591" cy="318624"/>
              <a:chOff x="0" y="0"/>
              <a:chExt cx="400438" cy="5423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0438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400438">
                    <a:moveTo>
                      <a:pt x="27117" y="0"/>
                    </a:moveTo>
                    <a:lnTo>
                      <a:pt x="373321" y="0"/>
                    </a:lnTo>
                    <a:cubicBezTo>
                      <a:pt x="388297" y="0"/>
                      <a:pt x="400438" y="12141"/>
                      <a:pt x="400438" y="27117"/>
                    </a:cubicBezTo>
                    <a:lnTo>
                      <a:pt x="400438" y="27117"/>
                    </a:lnTo>
                    <a:cubicBezTo>
                      <a:pt x="400438" y="34309"/>
                      <a:pt x="397581" y="41206"/>
                      <a:pt x="392495" y="46291"/>
                    </a:cubicBezTo>
                    <a:cubicBezTo>
                      <a:pt x="387410" y="51377"/>
                      <a:pt x="380513" y="54233"/>
                      <a:pt x="373321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400438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11357"/>
              <a:ext cx="2352591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Dependabot 경고 활성화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27990" y="5313179"/>
            <a:ext cx="1764443" cy="238968"/>
            <a:chOff x="0" y="0"/>
            <a:chExt cx="2352591" cy="318624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352591" cy="318624"/>
              <a:chOff x="0" y="0"/>
              <a:chExt cx="400438" cy="5423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00438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400438">
                    <a:moveTo>
                      <a:pt x="27117" y="0"/>
                    </a:moveTo>
                    <a:lnTo>
                      <a:pt x="373321" y="0"/>
                    </a:lnTo>
                    <a:cubicBezTo>
                      <a:pt x="388297" y="0"/>
                      <a:pt x="400438" y="12141"/>
                      <a:pt x="400438" y="27117"/>
                    </a:cubicBezTo>
                    <a:lnTo>
                      <a:pt x="400438" y="27117"/>
                    </a:lnTo>
                    <a:cubicBezTo>
                      <a:pt x="400438" y="34309"/>
                      <a:pt x="397581" y="41206"/>
                      <a:pt x="392495" y="46291"/>
                    </a:cubicBezTo>
                    <a:cubicBezTo>
                      <a:pt x="387410" y="51377"/>
                      <a:pt x="380513" y="54233"/>
                      <a:pt x="373321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400438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11357"/>
              <a:ext cx="2352591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자동 보안 업데이트 활성화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89811" y="5812281"/>
            <a:ext cx="1902622" cy="238990"/>
            <a:chOff x="0" y="0"/>
            <a:chExt cx="2536829" cy="318654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2536829" cy="318654"/>
              <a:chOff x="0" y="0"/>
              <a:chExt cx="431797" cy="5423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31797" cy="54238"/>
              </a:xfrm>
              <a:custGeom>
                <a:avLst/>
                <a:gdLst/>
                <a:ahLst/>
                <a:cxnLst/>
                <a:rect r="r" b="b" t="t" l="l"/>
                <a:pathLst>
                  <a:path h="54238" w="431797">
                    <a:moveTo>
                      <a:pt x="27119" y="0"/>
                    </a:moveTo>
                    <a:lnTo>
                      <a:pt x="404678" y="0"/>
                    </a:lnTo>
                    <a:cubicBezTo>
                      <a:pt x="419655" y="0"/>
                      <a:pt x="431797" y="12142"/>
                      <a:pt x="431797" y="27119"/>
                    </a:cubicBezTo>
                    <a:lnTo>
                      <a:pt x="431797" y="27119"/>
                    </a:lnTo>
                    <a:cubicBezTo>
                      <a:pt x="431797" y="42097"/>
                      <a:pt x="419655" y="54238"/>
                      <a:pt x="404678" y="54238"/>
                    </a:cubicBezTo>
                    <a:lnTo>
                      <a:pt x="27119" y="54238"/>
                    </a:lnTo>
                    <a:cubicBezTo>
                      <a:pt x="12142" y="54238"/>
                      <a:pt x="0" y="42097"/>
                      <a:pt x="0" y="27119"/>
                    </a:cubicBezTo>
                    <a:lnTo>
                      <a:pt x="0" y="27119"/>
                    </a:lnTo>
                    <a:cubicBezTo>
                      <a:pt x="0" y="12142"/>
                      <a:pt x="12142" y="0"/>
                      <a:pt x="27119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431797" cy="11138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11357"/>
              <a:ext cx="2536829" cy="267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보안 업데이트 그룹화 활성화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97025" y="4147291"/>
            <a:ext cx="1595409" cy="238990"/>
            <a:chOff x="0" y="0"/>
            <a:chExt cx="2127211" cy="318654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2127211" cy="318654"/>
              <a:chOff x="0" y="0"/>
              <a:chExt cx="362076" cy="54238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62076" cy="54238"/>
              </a:xfrm>
              <a:custGeom>
                <a:avLst/>
                <a:gdLst/>
                <a:ahLst/>
                <a:cxnLst/>
                <a:rect r="r" b="b" t="t" l="l"/>
                <a:pathLst>
                  <a:path h="54238" w="362076">
                    <a:moveTo>
                      <a:pt x="27119" y="0"/>
                    </a:moveTo>
                    <a:lnTo>
                      <a:pt x="334956" y="0"/>
                    </a:lnTo>
                    <a:cubicBezTo>
                      <a:pt x="349934" y="0"/>
                      <a:pt x="362076" y="12142"/>
                      <a:pt x="362076" y="27119"/>
                    </a:cubicBezTo>
                    <a:lnTo>
                      <a:pt x="362076" y="27119"/>
                    </a:lnTo>
                    <a:cubicBezTo>
                      <a:pt x="362076" y="42097"/>
                      <a:pt x="349934" y="54238"/>
                      <a:pt x="334956" y="54238"/>
                    </a:cubicBezTo>
                    <a:lnTo>
                      <a:pt x="27119" y="54238"/>
                    </a:lnTo>
                    <a:cubicBezTo>
                      <a:pt x="12142" y="54238"/>
                      <a:pt x="0" y="42097"/>
                      <a:pt x="0" y="27119"/>
                    </a:cubicBezTo>
                    <a:lnTo>
                      <a:pt x="0" y="27119"/>
                    </a:lnTo>
                    <a:cubicBezTo>
                      <a:pt x="0" y="12142"/>
                      <a:pt x="12142" y="0"/>
                      <a:pt x="27119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362076" cy="11138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11357"/>
              <a:ext cx="2127211" cy="267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종속성 그래프 학습 허용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647760" y="6370634"/>
            <a:ext cx="2289268" cy="238990"/>
            <a:chOff x="0" y="0"/>
            <a:chExt cx="3052358" cy="318654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3052358" cy="318654"/>
              <a:chOff x="0" y="0"/>
              <a:chExt cx="519546" cy="54238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19546" cy="54238"/>
              </a:xfrm>
              <a:custGeom>
                <a:avLst/>
                <a:gdLst/>
                <a:ahLst/>
                <a:cxnLst/>
                <a:rect r="r" b="b" t="t" l="l"/>
                <a:pathLst>
                  <a:path h="54238" w="519546">
                    <a:moveTo>
                      <a:pt x="27119" y="0"/>
                    </a:moveTo>
                    <a:lnTo>
                      <a:pt x="492427" y="0"/>
                    </a:lnTo>
                    <a:cubicBezTo>
                      <a:pt x="507404" y="0"/>
                      <a:pt x="519546" y="12142"/>
                      <a:pt x="519546" y="27119"/>
                    </a:cubicBezTo>
                    <a:lnTo>
                      <a:pt x="519546" y="27119"/>
                    </a:lnTo>
                    <a:cubicBezTo>
                      <a:pt x="519546" y="42097"/>
                      <a:pt x="507404" y="54238"/>
                      <a:pt x="492427" y="54238"/>
                    </a:cubicBezTo>
                    <a:lnTo>
                      <a:pt x="27119" y="54238"/>
                    </a:lnTo>
                    <a:cubicBezTo>
                      <a:pt x="12142" y="54238"/>
                      <a:pt x="0" y="42097"/>
                      <a:pt x="0" y="27119"/>
                    </a:cubicBezTo>
                    <a:lnTo>
                      <a:pt x="0" y="27119"/>
                    </a:lnTo>
                    <a:cubicBezTo>
                      <a:pt x="0" y="12142"/>
                      <a:pt x="12142" y="0"/>
                      <a:pt x="27119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519546" cy="11138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0" y="11357"/>
              <a:ext cx="3052358" cy="267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라이브러리 자동 업데이트 활성화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69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178545" y="8013801"/>
            <a:ext cx="7930909" cy="110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4.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Dependency graph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,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Dependabot alerts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활성화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73103" y="4149903"/>
            <a:ext cx="482810" cy="228261"/>
            <a:chOff x="0" y="0"/>
            <a:chExt cx="127160" cy="601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160" cy="60118"/>
            </a:xfrm>
            <a:custGeom>
              <a:avLst/>
              <a:gdLst/>
              <a:ahLst/>
              <a:cxnLst/>
              <a:rect r="r" b="b" t="t" l="l"/>
              <a:pathLst>
                <a:path h="60118" w="127160">
                  <a:moveTo>
                    <a:pt x="30059" y="0"/>
                  </a:moveTo>
                  <a:lnTo>
                    <a:pt x="97101" y="0"/>
                  </a:lnTo>
                  <a:cubicBezTo>
                    <a:pt x="113702" y="0"/>
                    <a:pt x="127160" y="13458"/>
                    <a:pt x="127160" y="30059"/>
                  </a:cubicBezTo>
                  <a:lnTo>
                    <a:pt x="127160" y="30059"/>
                  </a:lnTo>
                  <a:cubicBezTo>
                    <a:pt x="127160" y="38031"/>
                    <a:pt x="123993" y="45677"/>
                    <a:pt x="118356" y="51314"/>
                  </a:cubicBezTo>
                  <a:cubicBezTo>
                    <a:pt x="112719" y="56951"/>
                    <a:pt x="105073" y="60118"/>
                    <a:pt x="97101" y="60118"/>
                  </a:cubicBezTo>
                  <a:lnTo>
                    <a:pt x="30059" y="60118"/>
                  </a:lnTo>
                  <a:cubicBezTo>
                    <a:pt x="22087" y="60118"/>
                    <a:pt x="14441" y="56951"/>
                    <a:pt x="8804" y="51314"/>
                  </a:cubicBezTo>
                  <a:cubicBezTo>
                    <a:pt x="3167" y="45677"/>
                    <a:pt x="0" y="38031"/>
                    <a:pt x="0" y="30059"/>
                  </a:cubicBezTo>
                  <a:lnTo>
                    <a:pt x="0" y="30059"/>
                  </a:lnTo>
                  <a:cubicBezTo>
                    <a:pt x="0" y="22087"/>
                    <a:pt x="3167" y="14441"/>
                    <a:pt x="8804" y="8804"/>
                  </a:cubicBezTo>
                  <a:cubicBezTo>
                    <a:pt x="14441" y="3167"/>
                    <a:pt x="22087" y="0"/>
                    <a:pt x="300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27160" cy="117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891226" y="4856045"/>
            <a:ext cx="446563" cy="228261"/>
            <a:chOff x="0" y="0"/>
            <a:chExt cx="117613" cy="601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613" cy="60118"/>
            </a:xfrm>
            <a:custGeom>
              <a:avLst/>
              <a:gdLst/>
              <a:ahLst/>
              <a:cxnLst/>
              <a:rect r="r" b="b" t="t" l="l"/>
              <a:pathLst>
                <a:path h="60118" w="117613">
                  <a:moveTo>
                    <a:pt x="30059" y="0"/>
                  </a:moveTo>
                  <a:lnTo>
                    <a:pt x="87554" y="0"/>
                  </a:lnTo>
                  <a:cubicBezTo>
                    <a:pt x="104155" y="0"/>
                    <a:pt x="117613" y="13458"/>
                    <a:pt x="117613" y="30059"/>
                  </a:cubicBezTo>
                  <a:lnTo>
                    <a:pt x="117613" y="30059"/>
                  </a:lnTo>
                  <a:cubicBezTo>
                    <a:pt x="117613" y="38031"/>
                    <a:pt x="114446" y="45677"/>
                    <a:pt x="108809" y="51314"/>
                  </a:cubicBezTo>
                  <a:cubicBezTo>
                    <a:pt x="103172" y="56951"/>
                    <a:pt x="95526" y="60118"/>
                    <a:pt x="87554" y="60118"/>
                  </a:cubicBezTo>
                  <a:lnTo>
                    <a:pt x="30059" y="60118"/>
                  </a:lnTo>
                  <a:cubicBezTo>
                    <a:pt x="22087" y="60118"/>
                    <a:pt x="14441" y="56951"/>
                    <a:pt x="8804" y="51314"/>
                  </a:cubicBezTo>
                  <a:cubicBezTo>
                    <a:pt x="3167" y="45677"/>
                    <a:pt x="0" y="38031"/>
                    <a:pt x="0" y="30059"/>
                  </a:cubicBezTo>
                  <a:lnTo>
                    <a:pt x="0" y="30059"/>
                  </a:lnTo>
                  <a:cubicBezTo>
                    <a:pt x="0" y="22087"/>
                    <a:pt x="3167" y="14441"/>
                    <a:pt x="8804" y="8804"/>
                  </a:cubicBezTo>
                  <a:cubicBezTo>
                    <a:pt x="14441" y="3167"/>
                    <a:pt x="22087" y="0"/>
                    <a:pt x="300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17613" cy="117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0869599" y="3871982"/>
            <a:ext cx="482810" cy="228261"/>
            <a:chOff x="0" y="0"/>
            <a:chExt cx="127160" cy="601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7160" cy="60118"/>
            </a:xfrm>
            <a:custGeom>
              <a:avLst/>
              <a:gdLst/>
              <a:ahLst/>
              <a:cxnLst/>
              <a:rect r="r" b="b" t="t" l="l"/>
              <a:pathLst>
                <a:path h="60118" w="127160">
                  <a:moveTo>
                    <a:pt x="30059" y="0"/>
                  </a:moveTo>
                  <a:lnTo>
                    <a:pt x="97101" y="0"/>
                  </a:lnTo>
                  <a:cubicBezTo>
                    <a:pt x="113702" y="0"/>
                    <a:pt x="127160" y="13458"/>
                    <a:pt x="127160" y="30059"/>
                  </a:cubicBezTo>
                  <a:lnTo>
                    <a:pt x="127160" y="30059"/>
                  </a:lnTo>
                  <a:cubicBezTo>
                    <a:pt x="127160" y="38031"/>
                    <a:pt x="123993" y="45677"/>
                    <a:pt x="118356" y="51314"/>
                  </a:cubicBezTo>
                  <a:cubicBezTo>
                    <a:pt x="112719" y="56951"/>
                    <a:pt x="105073" y="60118"/>
                    <a:pt x="97101" y="60118"/>
                  </a:cubicBezTo>
                  <a:lnTo>
                    <a:pt x="30059" y="60118"/>
                  </a:lnTo>
                  <a:cubicBezTo>
                    <a:pt x="22087" y="60118"/>
                    <a:pt x="14441" y="56951"/>
                    <a:pt x="8804" y="51314"/>
                  </a:cubicBezTo>
                  <a:cubicBezTo>
                    <a:pt x="3167" y="45677"/>
                    <a:pt x="0" y="38031"/>
                    <a:pt x="0" y="30059"/>
                  </a:cubicBezTo>
                  <a:lnTo>
                    <a:pt x="0" y="30059"/>
                  </a:lnTo>
                  <a:cubicBezTo>
                    <a:pt x="0" y="22087"/>
                    <a:pt x="3167" y="14441"/>
                    <a:pt x="8804" y="8804"/>
                  </a:cubicBezTo>
                  <a:cubicBezTo>
                    <a:pt x="14441" y="3167"/>
                    <a:pt x="22087" y="0"/>
                    <a:pt x="300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27160" cy="117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887722" y="4915239"/>
            <a:ext cx="446563" cy="228261"/>
            <a:chOff x="0" y="0"/>
            <a:chExt cx="117613" cy="601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613" cy="60118"/>
            </a:xfrm>
            <a:custGeom>
              <a:avLst/>
              <a:gdLst/>
              <a:ahLst/>
              <a:cxnLst/>
              <a:rect r="r" b="b" t="t" l="l"/>
              <a:pathLst>
                <a:path h="60118" w="117613">
                  <a:moveTo>
                    <a:pt x="30059" y="0"/>
                  </a:moveTo>
                  <a:lnTo>
                    <a:pt x="87554" y="0"/>
                  </a:lnTo>
                  <a:cubicBezTo>
                    <a:pt x="104155" y="0"/>
                    <a:pt x="117613" y="13458"/>
                    <a:pt x="117613" y="30059"/>
                  </a:cubicBezTo>
                  <a:lnTo>
                    <a:pt x="117613" y="30059"/>
                  </a:lnTo>
                  <a:cubicBezTo>
                    <a:pt x="117613" y="38031"/>
                    <a:pt x="114446" y="45677"/>
                    <a:pt x="108809" y="51314"/>
                  </a:cubicBezTo>
                  <a:cubicBezTo>
                    <a:pt x="103172" y="56951"/>
                    <a:pt x="95526" y="60118"/>
                    <a:pt x="87554" y="60118"/>
                  </a:cubicBezTo>
                  <a:lnTo>
                    <a:pt x="30059" y="60118"/>
                  </a:lnTo>
                  <a:cubicBezTo>
                    <a:pt x="22087" y="60118"/>
                    <a:pt x="14441" y="56951"/>
                    <a:pt x="8804" y="51314"/>
                  </a:cubicBezTo>
                  <a:cubicBezTo>
                    <a:pt x="3167" y="45677"/>
                    <a:pt x="0" y="38031"/>
                    <a:pt x="0" y="30059"/>
                  </a:cubicBezTo>
                  <a:lnTo>
                    <a:pt x="0" y="30059"/>
                  </a:lnTo>
                  <a:cubicBezTo>
                    <a:pt x="0" y="22087"/>
                    <a:pt x="3167" y="14441"/>
                    <a:pt x="8804" y="8804"/>
                  </a:cubicBezTo>
                  <a:cubicBezTo>
                    <a:pt x="14441" y="3167"/>
                    <a:pt x="22087" y="0"/>
                    <a:pt x="300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17613" cy="117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71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5. 활성화 결과 확인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8742291" y="4775312"/>
            <a:ext cx="1617438" cy="238968"/>
            <a:chOff x="0" y="0"/>
            <a:chExt cx="2156584" cy="31862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156584" cy="318624"/>
              <a:chOff x="0" y="0"/>
              <a:chExt cx="367075" cy="5423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67075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367075">
                    <a:moveTo>
                      <a:pt x="27117" y="0"/>
                    </a:moveTo>
                    <a:lnTo>
                      <a:pt x="339958" y="0"/>
                    </a:lnTo>
                    <a:cubicBezTo>
                      <a:pt x="347150" y="0"/>
                      <a:pt x="354047" y="2857"/>
                      <a:pt x="359133" y="7942"/>
                    </a:cubicBezTo>
                    <a:cubicBezTo>
                      <a:pt x="364218" y="13028"/>
                      <a:pt x="367075" y="19925"/>
                      <a:pt x="367075" y="27117"/>
                    </a:cubicBezTo>
                    <a:lnTo>
                      <a:pt x="367075" y="27117"/>
                    </a:lnTo>
                    <a:cubicBezTo>
                      <a:pt x="367075" y="34309"/>
                      <a:pt x="364218" y="41206"/>
                      <a:pt x="359133" y="46291"/>
                    </a:cubicBezTo>
                    <a:cubicBezTo>
                      <a:pt x="354047" y="51377"/>
                      <a:pt x="347150" y="54233"/>
                      <a:pt x="339958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367075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11357"/>
              <a:ext cx="2156584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CodeQL 분석 환경설정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42291" y="5081709"/>
            <a:ext cx="1617438" cy="238968"/>
            <a:chOff x="0" y="0"/>
            <a:chExt cx="2156584" cy="318624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156584" cy="318624"/>
              <a:chOff x="0" y="0"/>
              <a:chExt cx="367075" cy="5423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67075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367075">
                    <a:moveTo>
                      <a:pt x="27117" y="0"/>
                    </a:moveTo>
                    <a:lnTo>
                      <a:pt x="339958" y="0"/>
                    </a:lnTo>
                    <a:cubicBezTo>
                      <a:pt x="347150" y="0"/>
                      <a:pt x="354047" y="2857"/>
                      <a:pt x="359133" y="7942"/>
                    </a:cubicBezTo>
                    <a:cubicBezTo>
                      <a:pt x="364218" y="13028"/>
                      <a:pt x="367075" y="19925"/>
                      <a:pt x="367075" y="27117"/>
                    </a:cubicBezTo>
                    <a:lnTo>
                      <a:pt x="367075" y="27117"/>
                    </a:lnTo>
                    <a:cubicBezTo>
                      <a:pt x="367075" y="34309"/>
                      <a:pt x="364218" y="41206"/>
                      <a:pt x="359133" y="46291"/>
                    </a:cubicBezTo>
                    <a:cubicBezTo>
                      <a:pt x="354047" y="51377"/>
                      <a:pt x="347150" y="54233"/>
                      <a:pt x="339958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367075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11357"/>
              <a:ext cx="2156584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다른 분석 도구 찾아보기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742291" y="5493652"/>
            <a:ext cx="1242518" cy="238968"/>
            <a:chOff x="0" y="0"/>
            <a:chExt cx="1656690" cy="318624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656690" cy="318624"/>
              <a:chOff x="0" y="0"/>
              <a:chExt cx="281987" cy="542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81987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81987">
                    <a:moveTo>
                      <a:pt x="27117" y="0"/>
                    </a:moveTo>
                    <a:lnTo>
                      <a:pt x="254871" y="0"/>
                    </a:lnTo>
                    <a:cubicBezTo>
                      <a:pt x="262063" y="0"/>
                      <a:pt x="268960" y="2857"/>
                      <a:pt x="274045" y="7942"/>
                    </a:cubicBezTo>
                    <a:cubicBezTo>
                      <a:pt x="279131" y="13028"/>
                      <a:pt x="281987" y="19925"/>
                      <a:pt x="281987" y="27117"/>
                    </a:cubicBezTo>
                    <a:lnTo>
                      <a:pt x="281987" y="27117"/>
                    </a:lnTo>
                    <a:cubicBezTo>
                      <a:pt x="281987" y="34309"/>
                      <a:pt x="279131" y="41206"/>
                      <a:pt x="274045" y="46291"/>
                    </a:cubicBezTo>
                    <a:cubicBezTo>
                      <a:pt x="268960" y="51377"/>
                      <a:pt x="262063" y="54233"/>
                      <a:pt x="254871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281987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11357"/>
              <a:ext cx="1656690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Copilot 자동 수정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42291" y="6176662"/>
            <a:ext cx="1378488" cy="238968"/>
            <a:chOff x="0" y="0"/>
            <a:chExt cx="1837985" cy="318624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837985" cy="318624"/>
              <a:chOff x="0" y="0"/>
              <a:chExt cx="312846" cy="5423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12846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312846">
                    <a:moveTo>
                      <a:pt x="27117" y="0"/>
                    </a:moveTo>
                    <a:lnTo>
                      <a:pt x="285729" y="0"/>
                    </a:lnTo>
                    <a:cubicBezTo>
                      <a:pt x="292921" y="0"/>
                      <a:pt x="299818" y="2857"/>
                      <a:pt x="304904" y="7942"/>
                    </a:cubicBezTo>
                    <a:cubicBezTo>
                      <a:pt x="309989" y="13028"/>
                      <a:pt x="312846" y="19925"/>
                      <a:pt x="312846" y="27117"/>
                    </a:cubicBezTo>
                    <a:lnTo>
                      <a:pt x="312846" y="27117"/>
                    </a:lnTo>
                    <a:cubicBezTo>
                      <a:pt x="312846" y="34309"/>
                      <a:pt x="309989" y="41206"/>
                      <a:pt x="304904" y="46291"/>
                    </a:cubicBezTo>
                    <a:cubicBezTo>
                      <a:pt x="299818" y="51377"/>
                      <a:pt x="292921" y="54233"/>
                      <a:pt x="285729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312846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11357"/>
              <a:ext cx="1837985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보안 경고 판단 기준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72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9087292" y="4961298"/>
            <a:ext cx="2139418" cy="349672"/>
            <a:chOff x="0" y="0"/>
            <a:chExt cx="563468" cy="920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3468" cy="92095"/>
            </a:xfrm>
            <a:custGeom>
              <a:avLst/>
              <a:gdLst/>
              <a:ahLst/>
              <a:cxnLst/>
              <a:rect r="r" b="b" t="t" l="l"/>
              <a:pathLst>
                <a:path h="92095" w="563468">
                  <a:moveTo>
                    <a:pt x="46047" y="0"/>
                  </a:moveTo>
                  <a:lnTo>
                    <a:pt x="517421" y="0"/>
                  </a:lnTo>
                  <a:cubicBezTo>
                    <a:pt x="542852" y="0"/>
                    <a:pt x="563468" y="20616"/>
                    <a:pt x="563468" y="46047"/>
                  </a:cubicBezTo>
                  <a:lnTo>
                    <a:pt x="563468" y="46047"/>
                  </a:lnTo>
                  <a:cubicBezTo>
                    <a:pt x="563468" y="71479"/>
                    <a:pt x="542852" y="92095"/>
                    <a:pt x="517421" y="92095"/>
                  </a:cubicBezTo>
                  <a:lnTo>
                    <a:pt x="46047" y="92095"/>
                  </a:lnTo>
                  <a:cubicBezTo>
                    <a:pt x="20616" y="92095"/>
                    <a:pt x="0" y="71479"/>
                    <a:pt x="0" y="46047"/>
                  </a:cubicBezTo>
                  <a:lnTo>
                    <a:pt x="0" y="46047"/>
                  </a:lnTo>
                  <a:cubicBezTo>
                    <a:pt x="0" y="20616"/>
                    <a:pt x="20616" y="0"/>
                    <a:pt x="4604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63468" cy="149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73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6.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Set up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&gt;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Default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9550531" y="6732097"/>
            <a:ext cx="653672" cy="242058"/>
            <a:chOff x="0" y="0"/>
            <a:chExt cx="172161" cy="63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2161" cy="63752"/>
            </a:xfrm>
            <a:custGeom>
              <a:avLst/>
              <a:gdLst/>
              <a:ahLst/>
              <a:cxnLst/>
              <a:rect r="r" b="b" t="t" l="l"/>
              <a:pathLst>
                <a:path h="63752" w="172161">
                  <a:moveTo>
                    <a:pt x="31876" y="0"/>
                  </a:moveTo>
                  <a:lnTo>
                    <a:pt x="140285" y="0"/>
                  </a:lnTo>
                  <a:cubicBezTo>
                    <a:pt x="157889" y="0"/>
                    <a:pt x="172161" y="14271"/>
                    <a:pt x="172161" y="31876"/>
                  </a:cubicBezTo>
                  <a:lnTo>
                    <a:pt x="172161" y="31876"/>
                  </a:lnTo>
                  <a:cubicBezTo>
                    <a:pt x="172161" y="49481"/>
                    <a:pt x="157889" y="63752"/>
                    <a:pt x="140285" y="63752"/>
                  </a:cubicBezTo>
                  <a:lnTo>
                    <a:pt x="31876" y="63752"/>
                  </a:lnTo>
                  <a:cubicBezTo>
                    <a:pt x="14271" y="63752"/>
                    <a:pt x="0" y="49481"/>
                    <a:pt x="0" y="31876"/>
                  </a:cubicBezTo>
                  <a:lnTo>
                    <a:pt x="0" y="31876"/>
                  </a:lnTo>
                  <a:cubicBezTo>
                    <a:pt x="0" y="14271"/>
                    <a:pt x="14271" y="0"/>
                    <a:pt x="318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2161" cy="120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74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7.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Enable CodeQL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9662079" y="4916644"/>
            <a:ext cx="1607026" cy="964360"/>
            <a:chOff x="0" y="0"/>
            <a:chExt cx="423250" cy="2539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3250" cy="253988"/>
            </a:xfrm>
            <a:custGeom>
              <a:avLst/>
              <a:gdLst/>
              <a:ahLst/>
              <a:cxnLst/>
              <a:rect r="r" b="b" t="t" l="l"/>
              <a:pathLst>
                <a:path h="253988" w="423250">
                  <a:moveTo>
                    <a:pt x="72263" y="0"/>
                  </a:moveTo>
                  <a:lnTo>
                    <a:pt x="350986" y="0"/>
                  </a:lnTo>
                  <a:cubicBezTo>
                    <a:pt x="390896" y="0"/>
                    <a:pt x="423250" y="32353"/>
                    <a:pt x="423250" y="72263"/>
                  </a:cubicBezTo>
                  <a:lnTo>
                    <a:pt x="423250" y="181725"/>
                  </a:lnTo>
                  <a:cubicBezTo>
                    <a:pt x="423250" y="221634"/>
                    <a:pt x="390896" y="253988"/>
                    <a:pt x="350986" y="253988"/>
                  </a:cubicBezTo>
                  <a:lnTo>
                    <a:pt x="72263" y="253988"/>
                  </a:lnTo>
                  <a:cubicBezTo>
                    <a:pt x="32353" y="253988"/>
                    <a:pt x="0" y="221634"/>
                    <a:pt x="0" y="181725"/>
                  </a:cubicBezTo>
                  <a:lnTo>
                    <a:pt x="0" y="72263"/>
                  </a:lnTo>
                  <a:cubicBezTo>
                    <a:pt x="0" y="32353"/>
                    <a:pt x="32353" y="0"/>
                    <a:pt x="722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23250" cy="311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75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8.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CodeQL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활성화 결과 확인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76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765785" y="6839165"/>
            <a:ext cx="1528489" cy="238990"/>
            <a:chOff x="0" y="0"/>
            <a:chExt cx="2037986" cy="31865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037986" cy="318654"/>
              <a:chOff x="0" y="0"/>
              <a:chExt cx="346888" cy="5423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46888" cy="54238"/>
              </a:xfrm>
              <a:custGeom>
                <a:avLst/>
                <a:gdLst/>
                <a:ahLst/>
                <a:cxnLst/>
                <a:rect r="r" b="b" t="t" l="l"/>
                <a:pathLst>
                  <a:path h="54238" w="346888">
                    <a:moveTo>
                      <a:pt x="27119" y="0"/>
                    </a:moveTo>
                    <a:lnTo>
                      <a:pt x="319769" y="0"/>
                    </a:lnTo>
                    <a:cubicBezTo>
                      <a:pt x="334747" y="0"/>
                      <a:pt x="346888" y="12142"/>
                      <a:pt x="346888" y="27119"/>
                    </a:cubicBezTo>
                    <a:lnTo>
                      <a:pt x="346888" y="27119"/>
                    </a:lnTo>
                    <a:cubicBezTo>
                      <a:pt x="346888" y="42097"/>
                      <a:pt x="334747" y="54238"/>
                      <a:pt x="319769" y="54238"/>
                    </a:cubicBezTo>
                    <a:lnTo>
                      <a:pt x="27119" y="54238"/>
                    </a:lnTo>
                    <a:cubicBezTo>
                      <a:pt x="12142" y="54238"/>
                      <a:pt x="0" y="42097"/>
                      <a:pt x="0" y="27119"/>
                    </a:cubicBezTo>
                    <a:lnTo>
                      <a:pt x="0" y="27119"/>
                    </a:lnTo>
                    <a:cubicBezTo>
                      <a:pt x="0" y="12142"/>
                      <a:pt x="12142" y="0"/>
                      <a:pt x="27119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346888" cy="11138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1357"/>
              <a:ext cx="2037986" cy="267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민감 데이터 보호 설정</a:t>
              </a:r>
            </a:p>
          </p:txBody>
        </p:sp>
      </p:grp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77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93349" y="6813856"/>
            <a:ext cx="462903" cy="247013"/>
            <a:chOff x="0" y="0"/>
            <a:chExt cx="121917" cy="650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17" cy="65057"/>
            </a:xfrm>
            <a:custGeom>
              <a:avLst/>
              <a:gdLst/>
              <a:ahLst/>
              <a:cxnLst/>
              <a:rect r="r" b="b" t="t" l="l"/>
              <a:pathLst>
                <a:path h="65057" w="121917">
                  <a:moveTo>
                    <a:pt x="32528" y="0"/>
                  </a:moveTo>
                  <a:lnTo>
                    <a:pt x="89388" y="0"/>
                  </a:lnTo>
                  <a:cubicBezTo>
                    <a:pt x="107353" y="0"/>
                    <a:pt x="121917" y="14563"/>
                    <a:pt x="121917" y="32528"/>
                  </a:cubicBezTo>
                  <a:lnTo>
                    <a:pt x="121917" y="32528"/>
                  </a:lnTo>
                  <a:cubicBezTo>
                    <a:pt x="121917" y="41156"/>
                    <a:pt x="118490" y="49429"/>
                    <a:pt x="112389" y="55530"/>
                  </a:cubicBezTo>
                  <a:cubicBezTo>
                    <a:pt x="106289" y="61630"/>
                    <a:pt x="98015" y="65057"/>
                    <a:pt x="89388" y="65057"/>
                  </a:cubicBezTo>
                  <a:lnTo>
                    <a:pt x="32528" y="65057"/>
                  </a:lnTo>
                  <a:cubicBezTo>
                    <a:pt x="14563" y="65057"/>
                    <a:pt x="0" y="50493"/>
                    <a:pt x="0" y="32528"/>
                  </a:cubicBezTo>
                  <a:lnTo>
                    <a:pt x="0" y="32528"/>
                  </a:lnTo>
                  <a:cubicBezTo>
                    <a:pt x="0" y="14563"/>
                    <a:pt x="14563" y="0"/>
                    <a:pt x="325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21917" cy="122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178545" y="8013801"/>
            <a:ext cx="7930909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9.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Secret Protection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활성화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78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7930909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10.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Enable Secret Protection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76116" y="5906695"/>
            <a:ext cx="952488" cy="247013"/>
            <a:chOff x="0" y="0"/>
            <a:chExt cx="250861" cy="6505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0861" cy="65057"/>
            </a:xfrm>
            <a:custGeom>
              <a:avLst/>
              <a:gdLst/>
              <a:ahLst/>
              <a:cxnLst/>
              <a:rect r="r" b="b" t="t" l="l"/>
              <a:pathLst>
                <a:path h="65057" w="250861">
                  <a:moveTo>
                    <a:pt x="32528" y="0"/>
                  </a:moveTo>
                  <a:lnTo>
                    <a:pt x="218333" y="0"/>
                  </a:lnTo>
                  <a:cubicBezTo>
                    <a:pt x="236298" y="0"/>
                    <a:pt x="250861" y="14563"/>
                    <a:pt x="250861" y="32528"/>
                  </a:cubicBezTo>
                  <a:lnTo>
                    <a:pt x="250861" y="32528"/>
                  </a:lnTo>
                  <a:cubicBezTo>
                    <a:pt x="250861" y="41156"/>
                    <a:pt x="247434" y="49429"/>
                    <a:pt x="241334" y="55530"/>
                  </a:cubicBezTo>
                  <a:cubicBezTo>
                    <a:pt x="235234" y="61630"/>
                    <a:pt x="226960" y="65057"/>
                    <a:pt x="218333" y="65057"/>
                  </a:cubicBezTo>
                  <a:lnTo>
                    <a:pt x="32528" y="65057"/>
                  </a:lnTo>
                  <a:cubicBezTo>
                    <a:pt x="14563" y="65057"/>
                    <a:pt x="0" y="50493"/>
                    <a:pt x="0" y="32528"/>
                  </a:cubicBezTo>
                  <a:lnTo>
                    <a:pt x="0" y="32528"/>
                  </a:lnTo>
                  <a:cubicBezTo>
                    <a:pt x="0" y="14563"/>
                    <a:pt x="14563" y="0"/>
                    <a:pt x="325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50861" cy="122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0865212" y="6573090"/>
            <a:ext cx="487934" cy="247013"/>
            <a:chOff x="0" y="0"/>
            <a:chExt cx="128509" cy="650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509" cy="65057"/>
            </a:xfrm>
            <a:custGeom>
              <a:avLst/>
              <a:gdLst/>
              <a:ahLst/>
              <a:cxnLst/>
              <a:rect r="r" b="b" t="t" l="l"/>
              <a:pathLst>
                <a:path h="65057" w="128509">
                  <a:moveTo>
                    <a:pt x="32528" y="0"/>
                  </a:moveTo>
                  <a:lnTo>
                    <a:pt x="95981" y="0"/>
                  </a:lnTo>
                  <a:cubicBezTo>
                    <a:pt x="104608" y="0"/>
                    <a:pt x="112882" y="3427"/>
                    <a:pt x="118982" y="9527"/>
                  </a:cubicBezTo>
                  <a:cubicBezTo>
                    <a:pt x="125082" y="15628"/>
                    <a:pt x="128509" y="23901"/>
                    <a:pt x="128509" y="32528"/>
                  </a:cubicBezTo>
                  <a:lnTo>
                    <a:pt x="128509" y="32528"/>
                  </a:lnTo>
                  <a:cubicBezTo>
                    <a:pt x="128509" y="50493"/>
                    <a:pt x="113946" y="65057"/>
                    <a:pt x="95981" y="65057"/>
                  </a:cubicBezTo>
                  <a:lnTo>
                    <a:pt x="32528" y="65057"/>
                  </a:lnTo>
                  <a:cubicBezTo>
                    <a:pt x="14563" y="65057"/>
                    <a:pt x="0" y="50493"/>
                    <a:pt x="0" y="32528"/>
                  </a:cubicBezTo>
                  <a:lnTo>
                    <a:pt x="0" y="32528"/>
                  </a:lnTo>
                  <a:cubicBezTo>
                    <a:pt x="0" y="14563"/>
                    <a:pt x="14563" y="0"/>
                    <a:pt x="325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28509" cy="122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79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7930909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11.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Secret Protection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활성화 결과 확인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80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765785" y="6925252"/>
            <a:ext cx="1811669" cy="238990"/>
            <a:chOff x="0" y="0"/>
            <a:chExt cx="2415559" cy="31865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415559" cy="318654"/>
              <a:chOff x="0" y="0"/>
              <a:chExt cx="411156" cy="5423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11156" cy="54238"/>
              </a:xfrm>
              <a:custGeom>
                <a:avLst/>
                <a:gdLst/>
                <a:ahLst/>
                <a:cxnLst/>
                <a:rect r="r" b="b" t="t" l="l"/>
                <a:pathLst>
                  <a:path h="54238" w="411156">
                    <a:moveTo>
                      <a:pt x="27119" y="0"/>
                    </a:moveTo>
                    <a:lnTo>
                      <a:pt x="384036" y="0"/>
                    </a:lnTo>
                    <a:cubicBezTo>
                      <a:pt x="399014" y="0"/>
                      <a:pt x="411156" y="12142"/>
                      <a:pt x="411156" y="27119"/>
                    </a:cubicBezTo>
                    <a:lnTo>
                      <a:pt x="411156" y="27119"/>
                    </a:lnTo>
                    <a:cubicBezTo>
                      <a:pt x="411156" y="42097"/>
                      <a:pt x="399014" y="54238"/>
                      <a:pt x="384036" y="54238"/>
                    </a:cubicBezTo>
                    <a:lnTo>
                      <a:pt x="27119" y="54238"/>
                    </a:lnTo>
                    <a:cubicBezTo>
                      <a:pt x="12142" y="54238"/>
                      <a:pt x="0" y="42097"/>
                      <a:pt x="0" y="27119"/>
                    </a:cubicBezTo>
                    <a:lnTo>
                      <a:pt x="0" y="27119"/>
                    </a:lnTo>
                    <a:cubicBezTo>
                      <a:pt x="0" y="12142"/>
                      <a:pt x="12142" y="0"/>
                      <a:pt x="27119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11156" cy="11138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1357"/>
              <a:ext cx="2415559" cy="267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민감 데이터 푸쉬 보호 설정</a:t>
              </a:r>
            </a:p>
          </p:txBody>
        </p:sp>
      </p:grp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3757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0865212" y="6914083"/>
            <a:ext cx="487934" cy="247013"/>
            <a:chOff x="0" y="0"/>
            <a:chExt cx="128509" cy="650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509" cy="65057"/>
            </a:xfrm>
            <a:custGeom>
              <a:avLst/>
              <a:gdLst/>
              <a:ahLst/>
              <a:cxnLst/>
              <a:rect r="r" b="b" t="t" l="l"/>
              <a:pathLst>
                <a:path h="65057" w="128509">
                  <a:moveTo>
                    <a:pt x="32528" y="0"/>
                  </a:moveTo>
                  <a:lnTo>
                    <a:pt x="95981" y="0"/>
                  </a:lnTo>
                  <a:cubicBezTo>
                    <a:pt x="104608" y="0"/>
                    <a:pt x="112882" y="3427"/>
                    <a:pt x="118982" y="9527"/>
                  </a:cubicBezTo>
                  <a:cubicBezTo>
                    <a:pt x="125082" y="15628"/>
                    <a:pt x="128509" y="23901"/>
                    <a:pt x="128509" y="32528"/>
                  </a:cubicBezTo>
                  <a:lnTo>
                    <a:pt x="128509" y="32528"/>
                  </a:lnTo>
                  <a:cubicBezTo>
                    <a:pt x="128509" y="50493"/>
                    <a:pt x="113946" y="65057"/>
                    <a:pt x="95981" y="65057"/>
                  </a:cubicBezTo>
                  <a:lnTo>
                    <a:pt x="32528" y="65057"/>
                  </a:lnTo>
                  <a:cubicBezTo>
                    <a:pt x="14563" y="65057"/>
                    <a:pt x="0" y="50493"/>
                    <a:pt x="0" y="32528"/>
                  </a:cubicBezTo>
                  <a:lnTo>
                    <a:pt x="0" y="32528"/>
                  </a:lnTo>
                  <a:cubicBezTo>
                    <a:pt x="0" y="14563"/>
                    <a:pt x="14563" y="0"/>
                    <a:pt x="325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28509" cy="122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81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7930909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12.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Push Protection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활성화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3757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0865212" y="6914083"/>
            <a:ext cx="487934" cy="247013"/>
            <a:chOff x="0" y="0"/>
            <a:chExt cx="128509" cy="650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509" cy="65057"/>
            </a:xfrm>
            <a:custGeom>
              <a:avLst/>
              <a:gdLst/>
              <a:ahLst/>
              <a:cxnLst/>
              <a:rect r="r" b="b" t="t" l="l"/>
              <a:pathLst>
                <a:path h="65057" w="128509">
                  <a:moveTo>
                    <a:pt x="32528" y="0"/>
                  </a:moveTo>
                  <a:lnTo>
                    <a:pt x="95981" y="0"/>
                  </a:lnTo>
                  <a:cubicBezTo>
                    <a:pt x="104608" y="0"/>
                    <a:pt x="112882" y="3427"/>
                    <a:pt x="118982" y="9527"/>
                  </a:cubicBezTo>
                  <a:cubicBezTo>
                    <a:pt x="125082" y="15628"/>
                    <a:pt x="128509" y="23901"/>
                    <a:pt x="128509" y="32528"/>
                  </a:cubicBezTo>
                  <a:lnTo>
                    <a:pt x="128509" y="32528"/>
                  </a:lnTo>
                  <a:cubicBezTo>
                    <a:pt x="128509" y="50493"/>
                    <a:pt x="113946" y="65057"/>
                    <a:pt x="95981" y="65057"/>
                  </a:cubicBezTo>
                  <a:lnTo>
                    <a:pt x="32528" y="65057"/>
                  </a:lnTo>
                  <a:cubicBezTo>
                    <a:pt x="14563" y="65057"/>
                    <a:pt x="0" y="50493"/>
                    <a:pt x="0" y="32528"/>
                  </a:cubicBezTo>
                  <a:lnTo>
                    <a:pt x="0" y="32528"/>
                  </a:lnTo>
                  <a:cubicBezTo>
                    <a:pt x="0" y="14563"/>
                    <a:pt x="14563" y="0"/>
                    <a:pt x="3252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28509" cy="122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82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7930909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13.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Push Protection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활성화 결과 확인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433633" y="3006142"/>
            <a:ext cx="7420734" cy="4758545"/>
          </a:xfrm>
          <a:custGeom>
            <a:avLst/>
            <a:gdLst/>
            <a:ahLst/>
            <a:cxnLst/>
            <a:rect r="r" b="b" t="t" l="l"/>
            <a:pathLst>
              <a:path h="4758545" w="7420734">
                <a:moveTo>
                  <a:pt x="0" y="0"/>
                </a:moveTo>
                <a:lnTo>
                  <a:pt x="7420734" y="0"/>
                </a:lnTo>
                <a:lnTo>
                  <a:pt x="7420734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602830" y="4270178"/>
            <a:ext cx="2920615" cy="253587"/>
            <a:chOff x="0" y="0"/>
            <a:chExt cx="769215" cy="667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9215" cy="66788"/>
            </a:xfrm>
            <a:custGeom>
              <a:avLst/>
              <a:gdLst/>
              <a:ahLst/>
              <a:cxnLst/>
              <a:rect r="r" b="b" t="t" l="l"/>
              <a:pathLst>
                <a:path h="66788" w="769215">
                  <a:moveTo>
                    <a:pt x="33394" y="0"/>
                  </a:moveTo>
                  <a:lnTo>
                    <a:pt x="735821" y="0"/>
                  </a:lnTo>
                  <a:cubicBezTo>
                    <a:pt x="754264" y="0"/>
                    <a:pt x="769215" y="14951"/>
                    <a:pt x="769215" y="33394"/>
                  </a:cubicBezTo>
                  <a:lnTo>
                    <a:pt x="769215" y="33394"/>
                  </a:lnTo>
                  <a:cubicBezTo>
                    <a:pt x="769215" y="51837"/>
                    <a:pt x="754264" y="66788"/>
                    <a:pt x="735821" y="66788"/>
                  </a:cubicBezTo>
                  <a:lnTo>
                    <a:pt x="33394" y="66788"/>
                  </a:lnTo>
                  <a:cubicBezTo>
                    <a:pt x="14951" y="66788"/>
                    <a:pt x="0" y="51837"/>
                    <a:pt x="0" y="33394"/>
                  </a:cubicBezTo>
                  <a:lnTo>
                    <a:pt x="0" y="33394"/>
                  </a:lnTo>
                  <a:cubicBezTo>
                    <a:pt x="0" y="14951"/>
                    <a:pt x="14951" y="0"/>
                    <a:pt x="333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769215" cy="123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83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026483" cy="110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14. 리포지토리 최초 커밋 선택 후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마우스 오른쪽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433633" y="3006142"/>
            <a:ext cx="7420734" cy="4758545"/>
          </a:xfrm>
          <a:custGeom>
            <a:avLst/>
            <a:gdLst/>
            <a:ahLst/>
            <a:cxnLst/>
            <a:rect r="r" b="b" t="t" l="l"/>
            <a:pathLst>
              <a:path h="4758545" w="7420734">
                <a:moveTo>
                  <a:pt x="0" y="0"/>
                </a:moveTo>
                <a:lnTo>
                  <a:pt x="7420734" y="0"/>
                </a:lnTo>
                <a:lnTo>
                  <a:pt x="7420734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159513" y="5620229"/>
            <a:ext cx="1783780" cy="288383"/>
            <a:chOff x="0" y="0"/>
            <a:chExt cx="469802" cy="759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9802" cy="75953"/>
            </a:xfrm>
            <a:custGeom>
              <a:avLst/>
              <a:gdLst/>
              <a:ahLst/>
              <a:cxnLst/>
              <a:rect r="r" b="b" t="t" l="l"/>
              <a:pathLst>
                <a:path h="75953" w="469802">
                  <a:moveTo>
                    <a:pt x="37976" y="0"/>
                  </a:moveTo>
                  <a:lnTo>
                    <a:pt x="431826" y="0"/>
                  </a:lnTo>
                  <a:cubicBezTo>
                    <a:pt x="441898" y="0"/>
                    <a:pt x="451557" y="4001"/>
                    <a:pt x="458679" y="11123"/>
                  </a:cubicBezTo>
                  <a:cubicBezTo>
                    <a:pt x="465801" y="18245"/>
                    <a:pt x="469802" y="27904"/>
                    <a:pt x="469802" y="37976"/>
                  </a:cubicBezTo>
                  <a:lnTo>
                    <a:pt x="469802" y="37976"/>
                  </a:lnTo>
                  <a:cubicBezTo>
                    <a:pt x="469802" y="48048"/>
                    <a:pt x="465801" y="57708"/>
                    <a:pt x="458679" y="64830"/>
                  </a:cubicBezTo>
                  <a:cubicBezTo>
                    <a:pt x="451557" y="71952"/>
                    <a:pt x="441898" y="75953"/>
                    <a:pt x="431826" y="75953"/>
                  </a:cubicBezTo>
                  <a:lnTo>
                    <a:pt x="37976" y="75953"/>
                  </a:lnTo>
                  <a:cubicBezTo>
                    <a:pt x="27904" y="75953"/>
                    <a:pt x="18245" y="71952"/>
                    <a:pt x="11123" y="64830"/>
                  </a:cubicBezTo>
                  <a:cubicBezTo>
                    <a:pt x="4001" y="57708"/>
                    <a:pt x="0" y="48048"/>
                    <a:pt x="0" y="37976"/>
                  </a:cubicBezTo>
                  <a:lnTo>
                    <a:pt x="0" y="37976"/>
                  </a:lnTo>
                  <a:cubicBezTo>
                    <a:pt x="0" y="27904"/>
                    <a:pt x="4001" y="18245"/>
                    <a:pt x="11123" y="11123"/>
                  </a:cubicBezTo>
                  <a:cubicBezTo>
                    <a:pt x="18245" y="4001"/>
                    <a:pt x="27904" y="0"/>
                    <a:pt x="379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69802" cy="133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84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153348" cy="110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15.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Reset main to this commit 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버튼 클릭 후</a:t>
            </a: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           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Hard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318188" y="5280117"/>
            <a:ext cx="1968472" cy="288383"/>
            <a:chOff x="0" y="0"/>
            <a:chExt cx="518445" cy="759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445" cy="75953"/>
            </a:xfrm>
            <a:custGeom>
              <a:avLst/>
              <a:gdLst/>
              <a:ahLst/>
              <a:cxnLst/>
              <a:rect r="r" b="b" t="t" l="l"/>
              <a:pathLst>
                <a:path h="75953" w="518445">
                  <a:moveTo>
                    <a:pt x="37976" y="0"/>
                  </a:moveTo>
                  <a:lnTo>
                    <a:pt x="480469" y="0"/>
                  </a:lnTo>
                  <a:cubicBezTo>
                    <a:pt x="490541" y="0"/>
                    <a:pt x="500200" y="4001"/>
                    <a:pt x="507322" y="11123"/>
                  </a:cubicBezTo>
                  <a:cubicBezTo>
                    <a:pt x="514444" y="18245"/>
                    <a:pt x="518445" y="27904"/>
                    <a:pt x="518445" y="37976"/>
                  </a:cubicBezTo>
                  <a:lnTo>
                    <a:pt x="518445" y="37976"/>
                  </a:lnTo>
                  <a:cubicBezTo>
                    <a:pt x="518445" y="48048"/>
                    <a:pt x="514444" y="57708"/>
                    <a:pt x="507322" y="64830"/>
                  </a:cubicBezTo>
                  <a:cubicBezTo>
                    <a:pt x="500200" y="71952"/>
                    <a:pt x="490541" y="75953"/>
                    <a:pt x="480469" y="75953"/>
                  </a:cubicBezTo>
                  <a:lnTo>
                    <a:pt x="37976" y="75953"/>
                  </a:lnTo>
                  <a:cubicBezTo>
                    <a:pt x="27904" y="75953"/>
                    <a:pt x="18245" y="71952"/>
                    <a:pt x="11123" y="64830"/>
                  </a:cubicBezTo>
                  <a:cubicBezTo>
                    <a:pt x="4001" y="57708"/>
                    <a:pt x="0" y="48048"/>
                    <a:pt x="0" y="37976"/>
                  </a:cubicBezTo>
                  <a:lnTo>
                    <a:pt x="0" y="37976"/>
                  </a:lnTo>
                  <a:cubicBezTo>
                    <a:pt x="0" y="27904"/>
                    <a:pt x="4001" y="18245"/>
                    <a:pt x="11123" y="11123"/>
                  </a:cubicBezTo>
                  <a:cubicBezTo>
                    <a:pt x="18245" y="4001"/>
                    <a:pt x="27904" y="0"/>
                    <a:pt x="379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18445" cy="133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6660" y="4876938"/>
            <a:ext cx="400567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FF3131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①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43293" y="5261477"/>
            <a:ext cx="400567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FF3131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②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742041" y="6030853"/>
            <a:ext cx="2618725" cy="571708"/>
            <a:chOff x="0" y="0"/>
            <a:chExt cx="3491634" cy="762278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3491634" cy="762278"/>
              <a:chOff x="0" y="0"/>
              <a:chExt cx="594316" cy="12974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94316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594316">
                    <a:moveTo>
                      <a:pt x="29564" y="0"/>
                    </a:moveTo>
                    <a:lnTo>
                      <a:pt x="564752" y="0"/>
                    </a:lnTo>
                    <a:cubicBezTo>
                      <a:pt x="581080" y="0"/>
                      <a:pt x="594316" y="13236"/>
                      <a:pt x="594316" y="29564"/>
                    </a:cubicBezTo>
                    <a:lnTo>
                      <a:pt x="594316" y="100185"/>
                    </a:lnTo>
                    <a:cubicBezTo>
                      <a:pt x="594316" y="116512"/>
                      <a:pt x="581080" y="129748"/>
                      <a:pt x="564752" y="129748"/>
                    </a:cubicBezTo>
                    <a:lnTo>
                      <a:pt x="29564" y="129748"/>
                    </a:lnTo>
                    <a:cubicBezTo>
                      <a:pt x="13236" y="129748"/>
                      <a:pt x="0" y="116512"/>
                      <a:pt x="0" y="100185"/>
                    </a:cubicBezTo>
                    <a:lnTo>
                      <a:pt x="0" y="29564"/>
                    </a:lnTo>
                    <a:cubicBezTo>
                      <a:pt x="0" y="13236"/>
                      <a:pt x="13236" y="0"/>
                      <a:pt x="29564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594316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1832"/>
              <a:ext cx="3491634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Hard 리셋을 진행할 때는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여러 번 재확인할 것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433633" y="3006142"/>
            <a:ext cx="7420734" cy="4758545"/>
          </a:xfrm>
          <a:custGeom>
            <a:avLst/>
            <a:gdLst/>
            <a:ahLst/>
            <a:cxnLst/>
            <a:rect r="r" b="b" t="t" l="l"/>
            <a:pathLst>
              <a:path h="4758545" w="7420734">
                <a:moveTo>
                  <a:pt x="0" y="0"/>
                </a:moveTo>
                <a:lnTo>
                  <a:pt x="7420734" y="0"/>
                </a:lnTo>
                <a:lnTo>
                  <a:pt x="7420734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85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16.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Pull 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버튼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65043" y="3496937"/>
            <a:ext cx="390557" cy="390135"/>
            <a:chOff x="0" y="0"/>
            <a:chExt cx="102863" cy="102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863" cy="102752"/>
            </a:xfrm>
            <a:custGeom>
              <a:avLst/>
              <a:gdLst/>
              <a:ahLst/>
              <a:cxnLst/>
              <a:rect r="r" b="b" t="t" l="l"/>
              <a:pathLst>
                <a:path h="102752" w="102863">
                  <a:moveTo>
                    <a:pt x="51376" y="0"/>
                  </a:moveTo>
                  <a:lnTo>
                    <a:pt x="51487" y="0"/>
                  </a:lnTo>
                  <a:cubicBezTo>
                    <a:pt x="79861" y="0"/>
                    <a:pt x="102863" y="23002"/>
                    <a:pt x="102863" y="51376"/>
                  </a:cubicBezTo>
                  <a:lnTo>
                    <a:pt x="102863" y="51376"/>
                  </a:lnTo>
                  <a:cubicBezTo>
                    <a:pt x="102863" y="79750"/>
                    <a:pt x="79861" y="102752"/>
                    <a:pt x="51487" y="102752"/>
                  </a:cubicBezTo>
                  <a:lnTo>
                    <a:pt x="51376" y="102752"/>
                  </a:lnTo>
                  <a:cubicBezTo>
                    <a:pt x="23002" y="102752"/>
                    <a:pt x="0" y="79750"/>
                    <a:pt x="0" y="51376"/>
                  </a:cubicBezTo>
                  <a:lnTo>
                    <a:pt x="0" y="51376"/>
                  </a:lnTo>
                  <a:cubicBezTo>
                    <a:pt x="0" y="23002"/>
                    <a:pt x="23002" y="0"/>
                    <a:pt x="513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2863" cy="159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8625474" y="3829245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572859" y="3006142"/>
            <a:ext cx="7142282" cy="4758545"/>
          </a:xfrm>
          <a:custGeom>
            <a:avLst/>
            <a:gdLst/>
            <a:ahLst/>
            <a:cxnLst/>
            <a:rect r="r" b="b" t="t" l="l"/>
            <a:pathLst>
              <a:path h="4758545" w="7142282">
                <a:moveTo>
                  <a:pt x="0" y="0"/>
                </a:moveTo>
                <a:lnTo>
                  <a:pt x="7142282" y="0"/>
                </a:lnTo>
                <a:lnTo>
                  <a:pt x="7142282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86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17. 프로젝트 위치에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index.js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파일 생성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305752" y="4037266"/>
            <a:ext cx="3144308" cy="571708"/>
            <a:chOff x="0" y="0"/>
            <a:chExt cx="4192410" cy="76227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192410" cy="762278"/>
              <a:chOff x="0" y="0"/>
              <a:chExt cx="713596" cy="12974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13596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713596">
                    <a:moveTo>
                      <a:pt x="24622" y="0"/>
                    </a:moveTo>
                    <a:lnTo>
                      <a:pt x="688974" y="0"/>
                    </a:lnTo>
                    <a:cubicBezTo>
                      <a:pt x="702572" y="0"/>
                      <a:pt x="713596" y="11024"/>
                      <a:pt x="713596" y="24622"/>
                    </a:cubicBezTo>
                    <a:lnTo>
                      <a:pt x="713596" y="105126"/>
                    </a:lnTo>
                    <a:cubicBezTo>
                      <a:pt x="713596" y="118725"/>
                      <a:pt x="702572" y="129748"/>
                      <a:pt x="688974" y="129748"/>
                    </a:cubicBezTo>
                    <a:lnTo>
                      <a:pt x="24622" y="129748"/>
                    </a:lnTo>
                    <a:cubicBezTo>
                      <a:pt x="11024" y="129748"/>
                      <a:pt x="0" y="118725"/>
                      <a:pt x="0" y="105126"/>
                    </a:cubicBezTo>
                    <a:lnTo>
                      <a:pt x="0" y="24622"/>
                    </a:lnTo>
                    <a:cubicBezTo>
                      <a:pt x="0" y="11024"/>
                      <a:pt x="11024" y="0"/>
                      <a:pt x="2462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713596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832"/>
              <a:ext cx="4192410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.env 환경 변수 파일에 저장된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PASSWORD라는 숨김 값을 노출함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3660780" y="4712861"/>
            <a:ext cx="2383555" cy="2383555"/>
          </a:xfrm>
          <a:custGeom>
            <a:avLst/>
            <a:gdLst/>
            <a:ahLst/>
            <a:cxnLst/>
            <a:rect r="r" b="b" t="t" l="l"/>
            <a:pathLst>
              <a:path h="2383555" w="2383555">
                <a:moveTo>
                  <a:pt x="0" y="0"/>
                </a:moveTo>
                <a:lnTo>
                  <a:pt x="2383555" y="0"/>
                </a:lnTo>
                <a:lnTo>
                  <a:pt x="2383555" y="2383555"/>
                </a:lnTo>
                <a:lnTo>
                  <a:pt x="0" y="2383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952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30" id="30"/>
          <p:cNvGrpSpPr/>
          <p:nvPr/>
        </p:nvGrpSpPr>
        <p:grpSpPr>
          <a:xfrm rot="0">
            <a:off x="13879066" y="7331860"/>
            <a:ext cx="1946983" cy="432827"/>
            <a:chOff x="0" y="0"/>
            <a:chExt cx="1128460" cy="2508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8460" cy="250864"/>
            </a:xfrm>
            <a:custGeom>
              <a:avLst/>
              <a:gdLst/>
              <a:ahLst/>
              <a:cxnLst/>
              <a:rect r="r" b="b" t="t" l="l"/>
              <a:pathLst>
                <a:path h="250864" w="1128460">
                  <a:moveTo>
                    <a:pt x="125432" y="0"/>
                  </a:moveTo>
                  <a:lnTo>
                    <a:pt x="1003027" y="0"/>
                  </a:lnTo>
                  <a:cubicBezTo>
                    <a:pt x="1072302" y="0"/>
                    <a:pt x="1128460" y="56158"/>
                    <a:pt x="1128460" y="125432"/>
                  </a:cubicBezTo>
                  <a:lnTo>
                    <a:pt x="1128460" y="125432"/>
                  </a:lnTo>
                  <a:cubicBezTo>
                    <a:pt x="1128460" y="194706"/>
                    <a:pt x="1072302" y="250864"/>
                    <a:pt x="1003027" y="250864"/>
                  </a:cubicBezTo>
                  <a:lnTo>
                    <a:pt x="125432" y="250864"/>
                  </a:lnTo>
                  <a:cubicBezTo>
                    <a:pt x="56158" y="250864"/>
                    <a:pt x="0" y="194706"/>
                    <a:pt x="0" y="125432"/>
                  </a:cubicBezTo>
                  <a:lnTo>
                    <a:pt x="0" y="125432"/>
                  </a:lnTo>
                  <a:cubicBezTo>
                    <a:pt x="0" y="56158"/>
                    <a:pt x="56158" y="0"/>
                    <a:pt x="125432" y="0"/>
                  </a:cubicBezTo>
                  <a:close/>
                </a:path>
              </a:pathLst>
            </a:custGeom>
            <a:solidFill>
              <a:srgbClr val="DDE6E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128460" cy="308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3879060" y="7391432"/>
            <a:ext cx="1946990" cy="26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454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강의 자료 다운로드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433633" y="3006142"/>
            <a:ext cx="7420734" cy="4758545"/>
          </a:xfrm>
          <a:custGeom>
            <a:avLst/>
            <a:gdLst/>
            <a:ahLst/>
            <a:cxnLst/>
            <a:rect r="r" b="b" t="t" l="l"/>
            <a:pathLst>
              <a:path h="4758545" w="7420734">
                <a:moveTo>
                  <a:pt x="0" y="0"/>
                </a:moveTo>
                <a:lnTo>
                  <a:pt x="7420734" y="0"/>
                </a:lnTo>
                <a:lnTo>
                  <a:pt x="7420734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87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18. 변경점 커밋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447011" y="5143500"/>
            <a:ext cx="2407355" cy="2464696"/>
            <a:chOff x="0" y="0"/>
            <a:chExt cx="634036" cy="6491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4036" cy="649138"/>
            </a:xfrm>
            <a:custGeom>
              <a:avLst/>
              <a:gdLst/>
              <a:ahLst/>
              <a:cxnLst/>
              <a:rect r="r" b="b" t="t" l="l"/>
              <a:pathLst>
                <a:path h="649138" w="634036">
                  <a:moveTo>
                    <a:pt x="48239" y="0"/>
                  </a:moveTo>
                  <a:lnTo>
                    <a:pt x="585797" y="0"/>
                  </a:lnTo>
                  <a:cubicBezTo>
                    <a:pt x="612439" y="0"/>
                    <a:pt x="634036" y="21597"/>
                    <a:pt x="634036" y="48239"/>
                  </a:cubicBezTo>
                  <a:lnTo>
                    <a:pt x="634036" y="600899"/>
                  </a:lnTo>
                  <a:cubicBezTo>
                    <a:pt x="634036" y="613693"/>
                    <a:pt x="628954" y="625963"/>
                    <a:pt x="619907" y="635009"/>
                  </a:cubicBezTo>
                  <a:cubicBezTo>
                    <a:pt x="610860" y="644056"/>
                    <a:pt x="598591" y="649138"/>
                    <a:pt x="585797" y="649138"/>
                  </a:cubicBezTo>
                  <a:lnTo>
                    <a:pt x="48239" y="649138"/>
                  </a:lnTo>
                  <a:cubicBezTo>
                    <a:pt x="21597" y="649138"/>
                    <a:pt x="0" y="627541"/>
                    <a:pt x="0" y="600899"/>
                  </a:cubicBezTo>
                  <a:lnTo>
                    <a:pt x="0" y="48239"/>
                  </a:lnTo>
                  <a:cubicBezTo>
                    <a:pt x="0" y="21597"/>
                    <a:pt x="21597" y="0"/>
                    <a:pt x="482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34036" cy="706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433633" y="3006142"/>
            <a:ext cx="7420734" cy="4758545"/>
          </a:xfrm>
          <a:custGeom>
            <a:avLst/>
            <a:gdLst/>
            <a:ahLst/>
            <a:cxnLst/>
            <a:rect r="r" b="b" t="t" l="l"/>
            <a:pathLst>
              <a:path h="4758545" w="7420734">
                <a:moveTo>
                  <a:pt x="0" y="0"/>
                </a:moveTo>
                <a:lnTo>
                  <a:pt x="7420734" y="0"/>
                </a:lnTo>
                <a:lnTo>
                  <a:pt x="7420734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88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19.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Push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46043" y="3496937"/>
            <a:ext cx="390557" cy="390135"/>
            <a:chOff x="0" y="0"/>
            <a:chExt cx="102863" cy="102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863" cy="102752"/>
            </a:xfrm>
            <a:custGeom>
              <a:avLst/>
              <a:gdLst/>
              <a:ahLst/>
              <a:cxnLst/>
              <a:rect r="r" b="b" t="t" l="l"/>
              <a:pathLst>
                <a:path h="102752" w="102863">
                  <a:moveTo>
                    <a:pt x="51376" y="0"/>
                  </a:moveTo>
                  <a:lnTo>
                    <a:pt x="51487" y="0"/>
                  </a:lnTo>
                  <a:cubicBezTo>
                    <a:pt x="79861" y="0"/>
                    <a:pt x="102863" y="23002"/>
                    <a:pt x="102863" y="51376"/>
                  </a:cubicBezTo>
                  <a:lnTo>
                    <a:pt x="102863" y="51376"/>
                  </a:lnTo>
                  <a:cubicBezTo>
                    <a:pt x="102863" y="79750"/>
                    <a:pt x="79861" y="102752"/>
                    <a:pt x="51487" y="102752"/>
                  </a:cubicBezTo>
                  <a:lnTo>
                    <a:pt x="51376" y="102752"/>
                  </a:lnTo>
                  <a:cubicBezTo>
                    <a:pt x="23002" y="102752"/>
                    <a:pt x="0" y="79750"/>
                    <a:pt x="0" y="51376"/>
                  </a:cubicBezTo>
                  <a:lnTo>
                    <a:pt x="0" y="51376"/>
                  </a:lnTo>
                  <a:cubicBezTo>
                    <a:pt x="0" y="23002"/>
                    <a:pt x="23002" y="0"/>
                    <a:pt x="513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2863" cy="159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9006474" y="3829245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89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20. GitHub 리포지토리 접속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334950" y="5052934"/>
            <a:ext cx="3144308" cy="571708"/>
            <a:chOff x="0" y="0"/>
            <a:chExt cx="4192410" cy="76227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192410" cy="762278"/>
              <a:chOff x="0" y="0"/>
              <a:chExt cx="713596" cy="12974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13596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713596">
                    <a:moveTo>
                      <a:pt x="24622" y="0"/>
                    </a:moveTo>
                    <a:lnTo>
                      <a:pt x="688974" y="0"/>
                    </a:lnTo>
                    <a:cubicBezTo>
                      <a:pt x="702572" y="0"/>
                      <a:pt x="713596" y="11024"/>
                      <a:pt x="713596" y="24622"/>
                    </a:cubicBezTo>
                    <a:lnTo>
                      <a:pt x="713596" y="105126"/>
                    </a:lnTo>
                    <a:cubicBezTo>
                      <a:pt x="713596" y="118725"/>
                      <a:pt x="702572" y="129748"/>
                      <a:pt x="688974" y="129748"/>
                    </a:cubicBezTo>
                    <a:lnTo>
                      <a:pt x="24622" y="129748"/>
                    </a:lnTo>
                    <a:cubicBezTo>
                      <a:pt x="11024" y="129748"/>
                      <a:pt x="0" y="118725"/>
                      <a:pt x="0" y="105126"/>
                    </a:cubicBezTo>
                    <a:lnTo>
                      <a:pt x="0" y="24622"/>
                    </a:lnTo>
                    <a:cubicBezTo>
                      <a:pt x="0" y="11024"/>
                      <a:pt x="11024" y="0"/>
                      <a:pt x="2462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713596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832"/>
              <a:ext cx="4192410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CodeQL 작업이 실행되고 있다는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표시가 커밋 메시지 우측에 표시됨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914354" y="4333368"/>
            <a:ext cx="249045" cy="248776"/>
            <a:chOff x="0" y="0"/>
            <a:chExt cx="65592" cy="655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592" cy="65521"/>
            </a:xfrm>
            <a:custGeom>
              <a:avLst/>
              <a:gdLst/>
              <a:ahLst/>
              <a:cxnLst/>
              <a:rect r="r" b="b" t="t" l="l"/>
              <a:pathLst>
                <a:path h="65521" w="65592">
                  <a:moveTo>
                    <a:pt x="32761" y="0"/>
                  </a:moveTo>
                  <a:lnTo>
                    <a:pt x="32831" y="0"/>
                  </a:lnTo>
                  <a:cubicBezTo>
                    <a:pt x="50925" y="0"/>
                    <a:pt x="65592" y="14667"/>
                    <a:pt x="65592" y="32761"/>
                  </a:cubicBezTo>
                  <a:lnTo>
                    <a:pt x="65592" y="32761"/>
                  </a:lnTo>
                  <a:cubicBezTo>
                    <a:pt x="65592" y="50854"/>
                    <a:pt x="50925" y="65521"/>
                    <a:pt x="32831" y="65521"/>
                  </a:cubicBezTo>
                  <a:lnTo>
                    <a:pt x="32761" y="65521"/>
                  </a:lnTo>
                  <a:cubicBezTo>
                    <a:pt x="14667" y="65521"/>
                    <a:pt x="0" y="50854"/>
                    <a:pt x="0" y="32761"/>
                  </a:cubicBezTo>
                  <a:lnTo>
                    <a:pt x="0" y="32761"/>
                  </a:lnTo>
                  <a:cubicBezTo>
                    <a:pt x="0" y="14667"/>
                    <a:pt x="14667" y="0"/>
                    <a:pt x="327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8B6FF"/>
              </a:solidFill>
              <a:prstDash val="dash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5592" cy="12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 flipH="true" flipV="true">
            <a:off x="8195556" y="4527012"/>
            <a:ext cx="672592" cy="444297"/>
          </a:xfrm>
          <a:prstGeom prst="line">
            <a:avLst/>
          </a:prstGeom>
          <a:ln cap="flat" w="38100">
            <a:solidFill>
              <a:srgbClr val="38B6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90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21. 커밋 메시지 우측의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주황색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914354" y="4333368"/>
            <a:ext cx="249045" cy="248776"/>
            <a:chOff x="0" y="0"/>
            <a:chExt cx="65592" cy="6552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592" cy="65521"/>
            </a:xfrm>
            <a:custGeom>
              <a:avLst/>
              <a:gdLst/>
              <a:ahLst/>
              <a:cxnLst/>
              <a:rect r="r" b="b" t="t" l="l"/>
              <a:pathLst>
                <a:path h="65521" w="65592">
                  <a:moveTo>
                    <a:pt x="32761" y="0"/>
                  </a:moveTo>
                  <a:lnTo>
                    <a:pt x="32831" y="0"/>
                  </a:lnTo>
                  <a:cubicBezTo>
                    <a:pt x="50925" y="0"/>
                    <a:pt x="65592" y="14667"/>
                    <a:pt x="65592" y="32761"/>
                  </a:cubicBezTo>
                  <a:lnTo>
                    <a:pt x="65592" y="32761"/>
                  </a:lnTo>
                  <a:cubicBezTo>
                    <a:pt x="65592" y="50854"/>
                    <a:pt x="50925" y="65521"/>
                    <a:pt x="32831" y="65521"/>
                  </a:cubicBezTo>
                  <a:lnTo>
                    <a:pt x="32761" y="65521"/>
                  </a:lnTo>
                  <a:cubicBezTo>
                    <a:pt x="14667" y="65521"/>
                    <a:pt x="0" y="50854"/>
                    <a:pt x="0" y="32761"/>
                  </a:cubicBezTo>
                  <a:lnTo>
                    <a:pt x="0" y="32761"/>
                  </a:lnTo>
                  <a:cubicBezTo>
                    <a:pt x="0" y="14667"/>
                    <a:pt x="14667" y="0"/>
                    <a:pt x="327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5592" cy="12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8195556" y="4527012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0123503" y="5594199"/>
            <a:ext cx="383749" cy="248776"/>
            <a:chOff x="0" y="0"/>
            <a:chExt cx="101070" cy="655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070" cy="65521"/>
            </a:xfrm>
            <a:custGeom>
              <a:avLst/>
              <a:gdLst/>
              <a:ahLst/>
              <a:cxnLst/>
              <a:rect r="r" b="b" t="t" l="l"/>
              <a:pathLst>
                <a:path h="65521" w="101070">
                  <a:moveTo>
                    <a:pt x="32761" y="0"/>
                  </a:moveTo>
                  <a:lnTo>
                    <a:pt x="68309" y="0"/>
                  </a:lnTo>
                  <a:cubicBezTo>
                    <a:pt x="86402" y="0"/>
                    <a:pt x="101070" y="14667"/>
                    <a:pt x="101070" y="32761"/>
                  </a:cubicBezTo>
                  <a:lnTo>
                    <a:pt x="101070" y="32761"/>
                  </a:lnTo>
                  <a:cubicBezTo>
                    <a:pt x="101070" y="50854"/>
                    <a:pt x="86402" y="65521"/>
                    <a:pt x="68309" y="65521"/>
                  </a:cubicBezTo>
                  <a:lnTo>
                    <a:pt x="32761" y="65521"/>
                  </a:lnTo>
                  <a:cubicBezTo>
                    <a:pt x="14667" y="65521"/>
                    <a:pt x="0" y="50854"/>
                    <a:pt x="0" y="32761"/>
                  </a:cubicBezTo>
                  <a:lnTo>
                    <a:pt x="0" y="32761"/>
                  </a:lnTo>
                  <a:cubicBezTo>
                    <a:pt x="0" y="14667"/>
                    <a:pt x="14667" y="0"/>
                    <a:pt x="327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1070" cy="12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H="true" flipV="true">
            <a:off x="10517752" y="5814784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91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22.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Details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92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23. 실행중인 CodeQL 워크플로우 확인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315049" y="4712537"/>
            <a:ext cx="3090968" cy="295483"/>
            <a:chOff x="0" y="0"/>
            <a:chExt cx="4121290" cy="39397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121290" cy="393978"/>
              <a:chOff x="0" y="0"/>
              <a:chExt cx="701490" cy="6705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01490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701490">
                    <a:moveTo>
                      <a:pt x="25047" y="0"/>
                    </a:moveTo>
                    <a:lnTo>
                      <a:pt x="676443" y="0"/>
                    </a:lnTo>
                    <a:cubicBezTo>
                      <a:pt x="683086" y="0"/>
                      <a:pt x="689457" y="2639"/>
                      <a:pt x="694154" y="7336"/>
                    </a:cubicBezTo>
                    <a:cubicBezTo>
                      <a:pt x="698851" y="12033"/>
                      <a:pt x="701490" y="18404"/>
                      <a:pt x="701490" y="25047"/>
                    </a:cubicBezTo>
                    <a:lnTo>
                      <a:pt x="701490" y="42013"/>
                    </a:lnTo>
                    <a:cubicBezTo>
                      <a:pt x="701490" y="48655"/>
                      <a:pt x="698851" y="55026"/>
                      <a:pt x="694154" y="59723"/>
                    </a:cubicBezTo>
                    <a:cubicBezTo>
                      <a:pt x="689457" y="64421"/>
                      <a:pt x="683086" y="67059"/>
                      <a:pt x="676443" y="67059"/>
                    </a:cubicBezTo>
                    <a:lnTo>
                      <a:pt x="25047" y="67059"/>
                    </a:lnTo>
                    <a:cubicBezTo>
                      <a:pt x="18404" y="67059"/>
                      <a:pt x="12033" y="64421"/>
                      <a:pt x="7336" y="59723"/>
                    </a:cubicBezTo>
                    <a:cubicBezTo>
                      <a:pt x="2639" y="55026"/>
                      <a:pt x="0" y="48655"/>
                      <a:pt x="0" y="42013"/>
                    </a:cubicBezTo>
                    <a:lnTo>
                      <a:pt x="0" y="25047"/>
                    </a:lnTo>
                    <a:cubicBezTo>
                      <a:pt x="0" y="18404"/>
                      <a:pt x="2639" y="12033"/>
                      <a:pt x="7336" y="7336"/>
                    </a:cubicBezTo>
                    <a:cubicBezTo>
                      <a:pt x="12033" y="2639"/>
                      <a:pt x="18404" y="0"/>
                      <a:pt x="2504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701490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832"/>
              <a:ext cx="4121290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javascript/typescript 언어 분석중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78545" y="4397445"/>
            <a:ext cx="1363974" cy="248776"/>
            <a:chOff x="0" y="0"/>
            <a:chExt cx="359236" cy="655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9236" cy="65521"/>
            </a:xfrm>
            <a:custGeom>
              <a:avLst/>
              <a:gdLst/>
              <a:ahLst/>
              <a:cxnLst/>
              <a:rect r="r" b="b" t="t" l="l"/>
              <a:pathLst>
                <a:path h="65521" w="359236">
                  <a:moveTo>
                    <a:pt x="32761" y="0"/>
                  </a:moveTo>
                  <a:lnTo>
                    <a:pt x="326475" y="0"/>
                  </a:lnTo>
                  <a:cubicBezTo>
                    <a:pt x="344569" y="0"/>
                    <a:pt x="359236" y="14667"/>
                    <a:pt x="359236" y="32761"/>
                  </a:cubicBezTo>
                  <a:lnTo>
                    <a:pt x="359236" y="32761"/>
                  </a:lnTo>
                  <a:cubicBezTo>
                    <a:pt x="359236" y="50854"/>
                    <a:pt x="344569" y="65521"/>
                    <a:pt x="326475" y="65521"/>
                  </a:cubicBezTo>
                  <a:lnTo>
                    <a:pt x="32761" y="65521"/>
                  </a:lnTo>
                  <a:cubicBezTo>
                    <a:pt x="14667" y="65521"/>
                    <a:pt x="0" y="50854"/>
                    <a:pt x="0" y="32761"/>
                  </a:cubicBezTo>
                  <a:lnTo>
                    <a:pt x="0" y="32761"/>
                  </a:lnTo>
                  <a:cubicBezTo>
                    <a:pt x="0" y="14667"/>
                    <a:pt x="14667" y="0"/>
                    <a:pt x="327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8B6FF"/>
              </a:solidFill>
              <a:prstDash val="dash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359236" cy="12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79657" y="4790867"/>
            <a:ext cx="2476716" cy="295483"/>
            <a:chOff x="0" y="0"/>
            <a:chExt cx="3302289" cy="393978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3302289" cy="393978"/>
              <a:chOff x="0" y="0"/>
              <a:chExt cx="562087" cy="6705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62087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562087">
                    <a:moveTo>
                      <a:pt x="31259" y="0"/>
                    </a:moveTo>
                    <a:lnTo>
                      <a:pt x="530828" y="0"/>
                    </a:lnTo>
                    <a:cubicBezTo>
                      <a:pt x="539119" y="0"/>
                      <a:pt x="547069" y="3293"/>
                      <a:pt x="552932" y="9155"/>
                    </a:cubicBezTo>
                    <a:cubicBezTo>
                      <a:pt x="558794" y="15018"/>
                      <a:pt x="562087" y="22968"/>
                      <a:pt x="562087" y="31259"/>
                    </a:cubicBezTo>
                    <a:lnTo>
                      <a:pt x="562087" y="35801"/>
                    </a:lnTo>
                    <a:cubicBezTo>
                      <a:pt x="562087" y="53064"/>
                      <a:pt x="548092" y="67059"/>
                      <a:pt x="530828" y="67059"/>
                    </a:cubicBezTo>
                    <a:lnTo>
                      <a:pt x="31259" y="67059"/>
                    </a:lnTo>
                    <a:cubicBezTo>
                      <a:pt x="22968" y="67059"/>
                      <a:pt x="15018" y="63766"/>
                      <a:pt x="9155" y="57904"/>
                    </a:cubicBezTo>
                    <a:cubicBezTo>
                      <a:pt x="3293" y="52042"/>
                      <a:pt x="0" y="44091"/>
                      <a:pt x="0" y="35801"/>
                    </a:cubicBezTo>
                    <a:lnTo>
                      <a:pt x="0" y="31259"/>
                    </a:lnTo>
                    <a:cubicBezTo>
                      <a:pt x="0" y="22968"/>
                      <a:pt x="3293" y="15018"/>
                      <a:pt x="9155" y="9155"/>
                    </a:cubicBezTo>
                    <a:cubicBezTo>
                      <a:pt x="15018" y="3293"/>
                      <a:pt x="22968" y="0"/>
                      <a:pt x="31259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57150"/>
                <a:ext cx="562087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0" y="1832"/>
              <a:ext cx="3302289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분석 상황 및 중간 결과 표시</a:t>
              </a:r>
            </a:p>
          </p:txBody>
        </p:sp>
      </p:grp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5205210" y="3377161"/>
            <a:ext cx="1301959" cy="248776"/>
            <a:chOff x="0" y="0"/>
            <a:chExt cx="342903" cy="655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2903" cy="65521"/>
            </a:xfrm>
            <a:custGeom>
              <a:avLst/>
              <a:gdLst/>
              <a:ahLst/>
              <a:cxnLst/>
              <a:rect r="r" b="b" t="t" l="l"/>
              <a:pathLst>
                <a:path h="65521" w="342903">
                  <a:moveTo>
                    <a:pt x="32761" y="0"/>
                  </a:moveTo>
                  <a:lnTo>
                    <a:pt x="310142" y="0"/>
                  </a:lnTo>
                  <a:cubicBezTo>
                    <a:pt x="328235" y="0"/>
                    <a:pt x="342903" y="14667"/>
                    <a:pt x="342903" y="32761"/>
                  </a:cubicBezTo>
                  <a:lnTo>
                    <a:pt x="342903" y="32761"/>
                  </a:lnTo>
                  <a:cubicBezTo>
                    <a:pt x="342903" y="50854"/>
                    <a:pt x="328235" y="65521"/>
                    <a:pt x="310142" y="65521"/>
                  </a:cubicBezTo>
                  <a:lnTo>
                    <a:pt x="32761" y="65521"/>
                  </a:lnTo>
                  <a:cubicBezTo>
                    <a:pt x="14667" y="65521"/>
                    <a:pt x="0" y="50854"/>
                    <a:pt x="0" y="32761"/>
                  </a:cubicBezTo>
                  <a:lnTo>
                    <a:pt x="0" y="32761"/>
                  </a:lnTo>
                  <a:cubicBezTo>
                    <a:pt x="0" y="14667"/>
                    <a:pt x="14667" y="0"/>
                    <a:pt x="327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42903" cy="12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93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24. 분석이 완료되면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Summary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569786" y="4019117"/>
            <a:ext cx="2572808" cy="571708"/>
            <a:chOff x="0" y="0"/>
            <a:chExt cx="3430410" cy="76227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430410" cy="762278"/>
              <a:chOff x="0" y="0"/>
              <a:chExt cx="583895" cy="12974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83895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583895">
                    <a:moveTo>
                      <a:pt x="30091" y="0"/>
                    </a:moveTo>
                    <a:lnTo>
                      <a:pt x="553803" y="0"/>
                    </a:lnTo>
                    <a:cubicBezTo>
                      <a:pt x="561784" y="0"/>
                      <a:pt x="569438" y="3170"/>
                      <a:pt x="575081" y="8814"/>
                    </a:cubicBezTo>
                    <a:cubicBezTo>
                      <a:pt x="580724" y="14457"/>
                      <a:pt x="583895" y="22111"/>
                      <a:pt x="583895" y="30091"/>
                    </a:cubicBezTo>
                    <a:lnTo>
                      <a:pt x="583895" y="99657"/>
                    </a:lnTo>
                    <a:cubicBezTo>
                      <a:pt x="583895" y="107638"/>
                      <a:pt x="580724" y="115292"/>
                      <a:pt x="575081" y="120935"/>
                    </a:cubicBezTo>
                    <a:cubicBezTo>
                      <a:pt x="569438" y="126578"/>
                      <a:pt x="561784" y="129748"/>
                      <a:pt x="553803" y="129748"/>
                    </a:cubicBezTo>
                    <a:lnTo>
                      <a:pt x="30091" y="129748"/>
                    </a:lnTo>
                    <a:cubicBezTo>
                      <a:pt x="22111" y="129748"/>
                      <a:pt x="14457" y="126578"/>
                      <a:pt x="8814" y="120935"/>
                    </a:cubicBezTo>
                    <a:cubicBezTo>
                      <a:pt x="3170" y="115292"/>
                      <a:pt x="0" y="107638"/>
                      <a:pt x="0" y="99657"/>
                    </a:cubicBezTo>
                    <a:lnTo>
                      <a:pt x="0" y="30091"/>
                    </a:lnTo>
                    <a:cubicBezTo>
                      <a:pt x="0" y="22111"/>
                      <a:pt x="3170" y="14457"/>
                      <a:pt x="8814" y="8814"/>
                    </a:cubicBezTo>
                    <a:cubicBezTo>
                      <a:pt x="14457" y="3170"/>
                      <a:pt x="22111" y="0"/>
                      <a:pt x="30091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583895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32"/>
              <a:ext cx="3430410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분석이 완료되면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초록색 체크 아이콘이 표시됨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78545" y="3704025"/>
            <a:ext cx="1363974" cy="248776"/>
            <a:chOff x="0" y="0"/>
            <a:chExt cx="359236" cy="6552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9236" cy="65521"/>
            </a:xfrm>
            <a:custGeom>
              <a:avLst/>
              <a:gdLst/>
              <a:ahLst/>
              <a:cxnLst/>
              <a:rect r="r" b="b" t="t" l="l"/>
              <a:pathLst>
                <a:path h="65521" w="359236">
                  <a:moveTo>
                    <a:pt x="32761" y="0"/>
                  </a:moveTo>
                  <a:lnTo>
                    <a:pt x="326475" y="0"/>
                  </a:lnTo>
                  <a:cubicBezTo>
                    <a:pt x="344569" y="0"/>
                    <a:pt x="359236" y="14667"/>
                    <a:pt x="359236" y="32761"/>
                  </a:cubicBezTo>
                  <a:lnTo>
                    <a:pt x="359236" y="32761"/>
                  </a:lnTo>
                  <a:cubicBezTo>
                    <a:pt x="359236" y="50854"/>
                    <a:pt x="344569" y="65521"/>
                    <a:pt x="326475" y="65521"/>
                  </a:cubicBezTo>
                  <a:lnTo>
                    <a:pt x="32761" y="65521"/>
                  </a:lnTo>
                  <a:cubicBezTo>
                    <a:pt x="14667" y="65521"/>
                    <a:pt x="0" y="50854"/>
                    <a:pt x="0" y="32761"/>
                  </a:cubicBezTo>
                  <a:lnTo>
                    <a:pt x="0" y="32761"/>
                  </a:lnTo>
                  <a:cubicBezTo>
                    <a:pt x="0" y="14667"/>
                    <a:pt x="14667" y="0"/>
                    <a:pt x="327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8B6FF"/>
              </a:solidFill>
              <a:prstDash val="dash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359236" cy="12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flipH="true" flipV="true">
            <a:off x="6553020" y="3517444"/>
            <a:ext cx="695247" cy="24040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7519202" y="3575513"/>
            <a:ext cx="611499" cy="248776"/>
            <a:chOff x="0" y="0"/>
            <a:chExt cx="161053" cy="655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1053" cy="65521"/>
            </a:xfrm>
            <a:custGeom>
              <a:avLst/>
              <a:gdLst/>
              <a:ahLst/>
              <a:cxnLst/>
              <a:rect r="r" b="b" t="t" l="l"/>
              <a:pathLst>
                <a:path h="65521" w="161053">
                  <a:moveTo>
                    <a:pt x="32761" y="0"/>
                  </a:moveTo>
                  <a:lnTo>
                    <a:pt x="128293" y="0"/>
                  </a:lnTo>
                  <a:cubicBezTo>
                    <a:pt x="146386" y="0"/>
                    <a:pt x="161053" y="14667"/>
                    <a:pt x="161053" y="32761"/>
                  </a:cubicBezTo>
                  <a:lnTo>
                    <a:pt x="161053" y="32761"/>
                  </a:lnTo>
                  <a:cubicBezTo>
                    <a:pt x="161053" y="50854"/>
                    <a:pt x="146386" y="65521"/>
                    <a:pt x="128293" y="65521"/>
                  </a:cubicBezTo>
                  <a:lnTo>
                    <a:pt x="32761" y="65521"/>
                  </a:lnTo>
                  <a:cubicBezTo>
                    <a:pt x="14667" y="65521"/>
                    <a:pt x="0" y="50854"/>
                    <a:pt x="0" y="32761"/>
                  </a:cubicBezTo>
                  <a:lnTo>
                    <a:pt x="0" y="32761"/>
                  </a:lnTo>
                  <a:cubicBezTo>
                    <a:pt x="0" y="14667"/>
                    <a:pt x="14667" y="0"/>
                    <a:pt x="327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8B6FF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61053" cy="12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H="true" flipV="true">
            <a:off x="8136926" y="3808909"/>
            <a:ext cx="662862" cy="398522"/>
          </a:xfrm>
          <a:prstGeom prst="line">
            <a:avLst/>
          </a:prstGeom>
          <a:ln cap="flat" w="38100">
            <a:solidFill>
              <a:srgbClr val="38B6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94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25. 분석 요약 확인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811980" y="4299063"/>
            <a:ext cx="2190248" cy="295483"/>
            <a:chOff x="0" y="0"/>
            <a:chExt cx="2920330" cy="393978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920330" cy="393978"/>
              <a:chOff x="0" y="0"/>
              <a:chExt cx="497073" cy="6705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97073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497073">
                    <a:moveTo>
                      <a:pt x="33530" y="0"/>
                    </a:moveTo>
                    <a:lnTo>
                      <a:pt x="463544" y="0"/>
                    </a:lnTo>
                    <a:cubicBezTo>
                      <a:pt x="482062" y="0"/>
                      <a:pt x="497073" y="15012"/>
                      <a:pt x="497073" y="33530"/>
                    </a:cubicBezTo>
                    <a:lnTo>
                      <a:pt x="497073" y="33530"/>
                    </a:lnTo>
                    <a:cubicBezTo>
                      <a:pt x="497073" y="52048"/>
                      <a:pt x="482062" y="67059"/>
                      <a:pt x="463544" y="67059"/>
                    </a:cubicBezTo>
                    <a:lnTo>
                      <a:pt x="33530" y="67059"/>
                    </a:lnTo>
                    <a:cubicBezTo>
                      <a:pt x="15012" y="67059"/>
                      <a:pt x="0" y="52048"/>
                      <a:pt x="0" y="33530"/>
                    </a:cubicBezTo>
                    <a:lnTo>
                      <a:pt x="0" y="33530"/>
                    </a:lnTo>
                    <a:cubicBezTo>
                      <a:pt x="0" y="15012"/>
                      <a:pt x="15012" y="0"/>
                      <a:pt x="33530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497073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1832"/>
              <a:ext cx="2920330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1 개의 새로운 보안 위협</a:t>
              </a:r>
            </a:p>
          </p:txBody>
        </p:sp>
      </p:grp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519202" y="3575513"/>
            <a:ext cx="611499" cy="248776"/>
            <a:chOff x="0" y="0"/>
            <a:chExt cx="161053" cy="655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1053" cy="65521"/>
            </a:xfrm>
            <a:custGeom>
              <a:avLst/>
              <a:gdLst/>
              <a:ahLst/>
              <a:cxnLst/>
              <a:rect r="r" b="b" t="t" l="l"/>
              <a:pathLst>
                <a:path h="65521" w="161053">
                  <a:moveTo>
                    <a:pt x="32761" y="0"/>
                  </a:moveTo>
                  <a:lnTo>
                    <a:pt x="128293" y="0"/>
                  </a:lnTo>
                  <a:cubicBezTo>
                    <a:pt x="146386" y="0"/>
                    <a:pt x="161053" y="14667"/>
                    <a:pt x="161053" y="32761"/>
                  </a:cubicBezTo>
                  <a:lnTo>
                    <a:pt x="161053" y="32761"/>
                  </a:lnTo>
                  <a:cubicBezTo>
                    <a:pt x="161053" y="50854"/>
                    <a:pt x="146386" y="65521"/>
                    <a:pt x="128293" y="65521"/>
                  </a:cubicBezTo>
                  <a:lnTo>
                    <a:pt x="32761" y="65521"/>
                  </a:lnTo>
                  <a:cubicBezTo>
                    <a:pt x="14667" y="65521"/>
                    <a:pt x="0" y="50854"/>
                    <a:pt x="0" y="32761"/>
                  </a:cubicBezTo>
                  <a:lnTo>
                    <a:pt x="0" y="32761"/>
                  </a:lnTo>
                  <a:cubicBezTo>
                    <a:pt x="0" y="14667"/>
                    <a:pt x="14667" y="0"/>
                    <a:pt x="327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61053" cy="12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H="true" flipV="true">
            <a:off x="8136926" y="3808909"/>
            <a:ext cx="662862" cy="398522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95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26.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Security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6567459" y="4772128"/>
            <a:ext cx="1175379" cy="224011"/>
            <a:chOff x="0" y="0"/>
            <a:chExt cx="309565" cy="589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9565" cy="58999"/>
            </a:xfrm>
            <a:custGeom>
              <a:avLst/>
              <a:gdLst/>
              <a:ahLst/>
              <a:cxnLst/>
              <a:rect r="r" b="b" t="t" l="l"/>
              <a:pathLst>
                <a:path h="58999" w="309565">
                  <a:moveTo>
                    <a:pt x="29499" y="0"/>
                  </a:moveTo>
                  <a:lnTo>
                    <a:pt x="280065" y="0"/>
                  </a:lnTo>
                  <a:cubicBezTo>
                    <a:pt x="287889" y="0"/>
                    <a:pt x="295392" y="3108"/>
                    <a:pt x="300925" y="8640"/>
                  </a:cubicBezTo>
                  <a:cubicBezTo>
                    <a:pt x="306457" y="14172"/>
                    <a:pt x="309565" y="21676"/>
                    <a:pt x="309565" y="29499"/>
                  </a:cubicBezTo>
                  <a:lnTo>
                    <a:pt x="309565" y="29499"/>
                  </a:lnTo>
                  <a:cubicBezTo>
                    <a:pt x="309565" y="37323"/>
                    <a:pt x="306457" y="44826"/>
                    <a:pt x="300925" y="50359"/>
                  </a:cubicBezTo>
                  <a:cubicBezTo>
                    <a:pt x="295392" y="55891"/>
                    <a:pt x="287889" y="58999"/>
                    <a:pt x="280065" y="58999"/>
                  </a:cubicBezTo>
                  <a:lnTo>
                    <a:pt x="29499" y="58999"/>
                  </a:lnTo>
                  <a:cubicBezTo>
                    <a:pt x="21676" y="58999"/>
                    <a:pt x="14172" y="55891"/>
                    <a:pt x="8640" y="50359"/>
                  </a:cubicBezTo>
                  <a:cubicBezTo>
                    <a:pt x="3108" y="44826"/>
                    <a:pt x="0" y="37323"/>
                    <a:pt x="0" y="29499"/>
                  </a:cubicBezTo>
                  <a:lnTo>
                    <a:pt x="0" y="29499"/>
                  </a:lnTo>
                  <a:cubicBezTo>
                    <a:pt x="0" y="21676"/>
                    <a:pt x="3108" y="14172"/>
                    <a:pt x="8640" y="8640"/>
                  </a:cubicBezTo>
                  <a:cubicBezTo>
                    <a:pt x="14172" y="3108"/>
                    <a:pt x="21676" y="0"/>
                    <a:pt x="2949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09565" cy="1161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96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27.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Code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scanning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7731725" y="4764508"/>
            <a:ext cx="3979539" cy="368791"/>
            <a:chOff x="0" y="0"/>
            <a:chExt cx="1048109" cy="971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109" cy="97130"/>
            </a:xfrm>
            <a:custGeom>
              <a:avLst/>
              <a:gdLst/>
              <a:ahLst/>
              <a:cxnLst/>
              <a:rect r="r" b="b" t="t" l="l"/>
              <a:pathLst>
                <a:path h="97130" w="1048109">
                  <a:moveTo>
                    <a:pt x="29181" y="0"/>
                  </a:moveTo>
                  <a:lnTo>
                    <a:pt x="1018928" y="0"/>
                  </a:lnTo>
                  <a:cubicBezTo>
                    <a:pt x="1026667" y="0"/>
                    <a:pt x="1034089" y="3074"/>
                    <a:pt x="1039562" y="8547"/>
                  </a:cubicBezTo>
                  <a:cubicBezTo>
                    <a:pt x="1045035" y="14020"/>
                    <a:pt x="1048109" y="21442"/>
                    <a:pt x="1048109" y="29181"/>
                  </a:cubicBezTo>
                  <a:lnTo>
                    <a:pt x="1048109" y="67949"/>
                  </a:lnTo>
                  <a:cubicBezTo>
                    <a:pt x="1048109" y="75688"/>
                    <a:pt x="1045035" y="83111"/>
                    <a:pt x="1039562" y="88583"/>
                  </a:cubicBezTo>
                  <a:cubicBezTo>
                    <a:pt x="1034089" y="94056"/>
                    <a:pt x="1026667" y="97130"/>
                    <a:pt x="1018928" y="97130"/>
                  </a:cubicBezTo>
                  <a:lnTo>
                    <a:pt x="29181" y="97130"/>
                  </a:lnTo>
                  <a:cubicBezTo>
                    <a:pt x="21442" y="97130"/>
                    <a:pt x="14020" y="94056"/>
                    <a:pt x="8547" y="88583"/>
                  </a:cubicBezTo>
                  <a:cubicBezTo>
                    <a:pt x="3074" y="83111"/>
                    <a:pt x="0" y="75688"/>
                    <a:pt x="0" y="67949"/>
                  </a:cubicBezTo>
                  <a:lnTo>
                    <a:pt x="0" y="29181"/>
                  </a:lnTo>
                  <a:cubicBezTo>
                    <a:pt x="0" y="21442"/>
                    <a:pt x="3074" y="14020"/>
                    <a:pt x="8547" y="8547"/>
                  </a:cubicBezTo>
                  <a:cubicBezTo>
                    <a:pt x="14020" y="3074"/>
                    <a:pt x="21442" y="0"/>
                    <a:pt x="291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48109" cy="15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97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28. 보안 위협 항목 클릭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98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29. 보안 위협 보고서 확인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0" y="3995516"/>
            <a:ext cx="717165" cy="238968"/>
            <a:chOff x="0" y="0"/>
            <a:chExt cx="956220" cy="318624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956220" cy="318624"/>
              <a:chOff x="0" y="0"/>
              <a:chExt cx="162760" cy="5423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62760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62760">
                    <a:moveTo>
                      <a:pt x="27117" y="0"/>
                    </a:moveTo>
                    <a:lnTo>
                      <a:pt x="135643" y="0"/>
                    </a:lnTo>
                    <a:cubicBezTo>
                      <a:pt x="142835" y="0"/>
                      <a:pt x="149732" y="2857"/>
                      <a:pt x="154817" y="7942"/>
                    </a:cubicBezTo>
                    <a:cubicBezTo>
                      <a:pt x="159903" y="13028"/>
                      <a:pt x="162760" y="19925"/>
                      <a:pt x="162760" y="27117"/>
                    </a:cubicBezTo>
                    <a:lnTo>
                      <a:pt x="162760" y="27117"/>
                    </a:lnTo>
                    <a:cubicBezTo>
                      <a:pt x="162760" y="34309"/>
                      <a:pt x="159903" y="41206"/>
                      <a:pt x="154817" y="46291"/>
                    </a:cubicBezTo>
                    <a:cubicBezTo>
                      <a:pt x="149732" y="51377"/>
                      <a:pt x="142835" y="54233"/>
                      <a:pt x="135643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162760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1357"/>
              <a:ext cx="956220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위협 개요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83570" y="4675759"/>
            <a:ext cx="1438024" cy="448518"/>
            <a:chOff x="0" y="0"/>
            <a:chExt cx="1917366" cy="598024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917366" cy="598024"/>
              <a:chOff x="0" y="0"/>
              <a:chExt cx="326357" cy="10179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26357" cy="101791"/>
              </a:xfrm>
              <a:custGeom>
                <a:avLst/>
                <a:gdLst/>
                <a:ahLst/>
                <a:cxnLst/>
                <a:rect r="r" b="b" t="t" l="l"/>
                <a:pathLst>
                  <a:path h="101791" w="326357">
                    <a:moveTo>
                      <a:pt x="50895" y="0"/>
                    </a:moveTo>
                    <a:lnTo>
                      <a:pt x="275462" y="0"/>
                    </a:lnTo>
                    <a:cubicBezTo>
                      <a:pt x="303571" y="0"/>
                      <a:pt x="326357" y="22787"/>
                      <a:pt x="326357" y="50895"/>
                    </a:cubicBezTo>
                    <a:lnTo>
                      <a:pt x="326357" y="50895"/>
                    </a:lnTo>
                    <a:cubicBezTo>
                      <a:pt x="326357" y="64394"/>
                      <a:pt x="320995" y="77339"/>
                      <a:pt x="311451" y="86884"/>
                    </a:cubicBezTo>
                    <a:cubicBezTo>
                      <a:pt x="301906" y="96428"/>
                      <a:pt x="288960" y="101791"/>
                      <a:pt x="275462" y="101791"/>
                    </a:cubicBezTo>
                    <a:lnTo>
                      <a:pt x="50895" y="101791"/>
                    </a:lnTo>
                    <a:cubicBezTo>
                      <a:pt x="22787" y="101791"/>
                      <a:pt x="0" y="79004"/>
                      <a:pt x="0" y="50895"/>
                    </a:cubicBezTo>
                    <a:lnTo>
                      <a:pt x="0" y="50895"/>
                    </a:lnTo>
                    <a:cubicBezTo>
                      <a:pt x="0" y="22787"/>
                      <a:pt x="22787" y="0"/>
                      <a:pt x="5089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326357" cy="158941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0" y="11357"/>
              <a:ext cx="1917366" cy="546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보안 취약점이 포함된</a:t>
              </a:r>
            </a:p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소스 코드 및 이유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31812" y="5241452"/>
            <a:ext cx="1191330" cy="238968"/>
            <a:chOff x="0" y="0"/>
            <a:chExt cx="1588440" cy="318624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588440" cy="318624"/>
              <a:chOff x="0" y="0"/>
              <a:chExt cx="270371" cy="54233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70371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70371">
                    <a:moveTo>
                      <a:pt x="27117" y="0"/>
                    </a:moveTo>
                    <a:lnTo>
                      <a:pt x="243254" y="0"/>
                    </a:lnTo>
                    <a:cubicBezTo>
                      <a:pt x="250446" y="0"/>
                      <a:pt x="257343" y="2857"/>
                      <a:pt x="262428" y="7942"/>
                    </a:cubicBezTo>
                    <a:cubicBezTo>
                      <a:pt x="267514" y="13028"/>
                      <a:pt x="270371" y="19925"/>
                      <a:pt x="270371" y="27117"/>
                    </a:cubicBezTo>
                    <a:lnTo>
                      <a:pt x="270371" y="27117"/>
                    </a:lnTo>
                    <a:cubicBezTo>
                      <a:pt x="270371" y="34309"/>
                      <a:pt x="267514" y="41206"/>
                      <a:pt x="262428" y="46291"/>
                    </a:cubicBezTo>
                    <a:cubicBezTo>
                      <a:pt x="257343" y="51377"/>
                      <a:pt x="250446" y="54233"/>
                      <a:pt x="243254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270371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0" y="11357"/>
              <a:ext cx="1588440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취약점 상세 내용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819658" y="5992966"/>
            <a:ext cx="1191330" cy="238968"/>
            <a:chOff x="0" y="0"/>
            <a:chExt cx="1588440" cy="318624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1588440" cy="318624"/>
              <a:chOff x="0" y="0"/>
              <a:chExt cx="270371" cy="54233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70371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70371">
                    <a:moveTo>
                      <a:pt x="27117" y="0"/>
                    </a:moveTo>
                    <a:lnTo>
                      <a:pt x="243254" y="0"/>
                    </a:lnTo>
                    <a:cubicBezTo>
                      <a:pt x="250446" y="0"/>
                      <a:pt x="257343" y="2857"/>
                      <a:pt x="262428" y="7942"/>
                    </a:cubicBezTo>
                    <a:cubicBezTo>
                      <a:pt x="267514" y="13028"/>
                      <a:pt x="270371" y="19925"/>
                      <a:pt x="270371" y="27117"/>
                    </a:cubicBezTo>
                    <a:lnTo>
                      <a:pt x="270371" y="27117"/>
                    </a:lnTo>
                    <a:cubicBezTo>
                      <a:pt x="270371" y="34309"/>
                      <a:pt x="267514" y="41206"/>
                      <a:pt x="262428" y="46291"/>
                    </a:cubicBezTo>
                    <a:cubicBezTo>
                      <a:pt x="257343" y="51377"/>
                      <a:pt x="250446" y="54233"/>
                      <a:pt x="243254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57150"/>
                <a:ext cx="270371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0" y="11357"/>
              <a:ext cx="1588440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취약점 탐지 기록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701712" y="4411160"/>
            <a:ext cx="858133" cy="238968"/>
            <a:chOff x="0" y="0"/>
            <a:chExt cx="1144178" cy="318624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1144178" cy="318624"/>
              <a:chOff x="0" y="0"/>
              <a:chExt cx="194752" cy="5423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94752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94752">
                    <a:moveTo>
                      <a:pt x="27117" y="0"/>
                    </a:moveTo>
                    <a:lnTo>
                      <a:pt x="167635" y="0"/>
                    </a:lnTo>
                    <a:cubicBezTo>
                      <a:pt x="174827" y="0"/>
                      <a:pt x="181724" y="2857"/>
                      <a:pt x="186810" y="7942"/>
                    </a:cubicBezTo>
                    <a:cubicBezTo>
                      <a:pt x="191895" y="13028"/>
                      <a:pt x="194752" y="19925"/>
                      <a:pt x="194752" y="27117"/>
                    </a:cubicBezTo>
                    <a:lnTo>
                      <a:pt x="194752" y="27117"/>
                    </a:lnTo>
                    <a:cubicBezTo>
                      <a:pt x="194752" y="34309"/>
                      <a:pt x="191895" y="41206"/>
                      <a:pt x="186810" y="46291"/>
                    </a:cubicBezTo>
                    <a:cubicBezTo>
                      <a:pt x="181724" y="51377"/>
                      <a:pt x="174827" y="54233"/>
                      <a:pt x="167635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57150"/>
                <a:ext cx="194752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0" y="11357"/>
              <a:ext cx="1144178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심각성 척도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283424" y="4863833"/>
            <a:ext cx="1188127" cy="238968"/>
            <a:chOff x="0" y="0"/>
            <a:chExt cx="1584169" cy="318624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1584169" cy="318624"/>
              <a:chOff x="0" y="0"/>
              <a:chExt cx="269643" cy="54233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69643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69643">
                    <a:moveTo>
                      <a:pt x="27117" y="0"/>
                    </a:moveTo>
                    <a:lnTo>
                      <a:pt x="242527" y="0"/>
                    </a:lnTo>
                    <a:cubicBezTo>
                      <a:pt x="249719" y="0"/>
                      <a:pt x="256616" y="2857"/>
                      <a:pt x="261701" y="7942"/>
                    </a:cubicBezTo>
                    <a:cubicBezTo>
                      <a:pt x="266787" y="13028"/>
                      <a:pt x="269643" y="19925"/>
                      <a:pt x="269643" y="27117"/>
                    </a:cubicBezTo>
                    <a:lnTo>
                      <a:pt x="269643" y="27117"/>
                    </a:lnTo>
                    <a:cubicBezTo>
                      <a:pt x="269643" y="34309"/>
                      <a:pt x="266787" y="41206"/>
                      <a:pt x="261701" y="46291"/>
                    </a:cubicBezTo>
                    <a:cubicBezTo>
                      <a:pt x="256616" y="51377"/>
                      <a:pt x="249719" y="54233"/>
                      <a:pt x="242527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57150"/>
                <a:ext cx="269643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0" y="11357"/>
              <a:ext cx="1584169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영향 받은 브랜치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763022" y="6102925"/>
            <a:ext cx="947840" cy="238968"/>
            <a:chOff x="0" y="0"/>
            <a:chExt cx="1263787" cy="318624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1263787" cy="318624"/>
              <a:chOff x="0" y="0"/>
              <a:chExt cx="215111" cy="54233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215111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15111">
                    <a:moveTo>
                      <a:pt x="27117" y="0"/>
                    </a:moveTo>
                    <a:lnTo>
                      <a:pt x="187994" y="0"/>
                    </a:lnTo>
                    <a:cubicBezTo>
                      <a:pt x="195186" y="0"/>
                      <a:pt x="202083" y="2857"/>
                      <a:pt x="207169" y="7942"/>
                    </a:cubicBezTo>
                    <a:cubicBezTo>
                      <a:pt x="212254" y="13028"/>
                      <a:pt x="215111" y="19925"/>
                      <a:pt x="215111" y="27117"/>
                    </a:cubicBezTo>
                    <a:lnTo>
                      <a:pt x="215111" y="27117"/>
                    </a:lnTo>
                    <a:cubicBezTo>
                      <a:pt x="215111" y="34309"/>
                      <a:pt x="212254" y="41206"/>
                      <a:pt x="207169" y="46291"/>
                    </a:cubicBezTo>
                    <a:cubicBezTo>
                      <a:pt x="202083" y="51377"/>
                      <a:pt x="195186" y="54233"/>
                      <a:pt x="187994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57150"/>
                <a:ext cx="215111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0" y="11357"/>
              <a:ext cx="1263787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취약점 목록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216773" y="4047593"/>
            <a:ext cx="1383204" cy="448518"/>
            <a:chOff x="0" y="0"/>
            <a:chExt cx="1844273" cy="598024"/>
          </a:xfrm>
        </p:grpSpPr>
        <p:grpSp>
          <p:nvGrpSpPr>
            <p:cNvPr name="Group 60" id="60"/>
            <p:cNvGrpSpPr/>
            <p:nvPr/>
          </p:nvGrpSpPr>
          <p:grpSpPr>
            <a:xfrm rot="0">
              <a:off x="0" y="0"/>
              <a:ext cx="1844273" cy="598024"/>
              <a:chOff x="0" y="0"/>
              <a:chExt cx="313916" cy="101791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313916" cy="101791"/>
              </a:xfrm>
              <a:custGeom>
                <a:avLst/>
                <a:gdLst/>
                <a:ahLst/>
                <a:cxnLst/>
                <a:rect r="r" b="b" t="t" l="l"/>
                <a:pathLst>
                  <a:path h="101791" w="313916">
                    <a:moveTo>
                      <a:pt x="50895" y="0"/>
                    </a:moveTo>
                    <a:lnTo>
                      <a:pt x="263021" y="0"/>
                    </a:lnTo>
                    <a:cubicBezTo>
                      <a:pt x="276519" y="0"/>
                      <a:pt x="289465" y="5362"/>
                      <a:pt x="299009" y="14907"/>
                    </a:cubicBezTo>
                    <a:cubicBezTo>
                      <a:pt x="308554" y="24452"/>
                      <a:pt x="313916" y="37397"/>
                      <a:pt x="313916" y="50895"/>
                    </a:cubicBezTo>
                    <a:lnTo>
                      <a:pt x="313916" y="50895"/>
                    </a:lnTo>
                    <a:cubicBezTo>
                      <a:pt x="313916" y="79004"/>
                      <a:pt x="291130" y="101791"/>
                      <a:pt x="263021" y="101791"/>
                    </a:cubicBezTo>
                    <a:lnTo>
                      <a:pt x="50895" y="101791"/>
                    </a:lnTo>
                    <a:cubicBezTo>
                      <a:pt x="22787" y="101791"/>
                      <a:pt x="0" y="79004"/>
                      <a:pt x="0" y="50895"/>
                    </a:cubicBezTo>
                    <a:lnTo>
                      <a:pt x="0" y="50895"/>
                    </a:lnTo>
                    <a:cubicBezTo>
                      <a:pt x="0" y="22787"/>
                      <a:pt x="22787" y="0"/>
                      <a:pt x="5089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57150"/>
                <a:ext cx="313916" cy="158941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0" y="11357"/>
              <a:ext cx="1844273" cy="546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취약점 이슈 상태</a:t>
              </a:r>
            </a:p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(열림, 닫힘, 무시 등)</a:t>
              </a:r>
            </a:p>
          </p:txBody>
        </p:sp>
      </p:grp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99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30.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Generate fix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724355" y="4379698"/>
            <a:ext cx="689604" cy="248776"/>
            <a:chOff x="0" y="0"/>
            <a:chExt cx="181624" cy="6552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1624" cy="65521"/>
            </a:xfrm>
            <a:custGeom>
              <a:avLst/>
              <a:gdLst/>
              <a:ahLst/>
              <a:cxnLst/>
              <a:rect r="r" b="b" t="t" l="l"/>
              <a:pathLst>
                <a:path h="65521" w="181624">
                  <a:moveTo>
                    <a:pt x="32761" y="0"/>
                  </a:moveTo>
                  <a:lnTo>
                    <a:pt x="148863" y="0"/>
                  </a:lnTo>
                  <a:cubicBezTo>
                    <a:pt x="166957" y="0"/>
                    <a:pt x="181624" y="14667"/>
                    <a:pt x="181624" y="32761"/>
                  </a:cubicBezTo>
                  <a:lnTo>
                    <a:pt x="181624" y="32761"/>
                  </a:lnTo>
                  <a:cubicBezTo>
                    <a:pt x="181624" y="50854"/>
                    <a:pt x="166957" y="65521"/>
                    <a:pt x="148863" y="65521"/>
                  </a:cubicBezTo>
                  <a:lnTo>
                    <a:pt x="32761" y="65521"/>
                  </a:lnTo>
                  <a:cubicBezTo>
                    <a:pt x="14667" y="65521"/>
                    <a:pt x="0" y="50854"/>
                    <a:pt x="0" y="32761"/>
                  </a:cubicBezTo>
                  <a:lnTo>
                    <a:pt x="0" y="32761"/>
                  </a:lnTo>
                  <a:cubicBezTo>
                    <a:pt x="0" y="14667"/>
                    <a:pt x="14667" y="0"/>
                    <a:pt x="327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81624" cy="12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145349" y="3980978"/>
            <a:ext cx="579114" cy="235441"/>
            <a:chOff x="0" y="0"/>
            <a:chExt cx="152524" cy="620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524" cy="62009"/>
            </a:xfrm>
            <a:custGeom>
              <a:avLst/>
              <a:gdLst/>
              <a:ahLst/>
              <a:cxnLst/>
              <a:rect r="r" b="b" t="t" l="l"/>
              <a:pathLst>
                <a:path h="62009" w="152524">
                  <a:moveTo>
                    <a:pt x="31005" y="0"/>
                  </a:moveTo>
                  <a:lnTo>
                    <a:pt x="121519" y="0"/>
                  </a:lnTo>
                  <a:cubicBezTo>
                    <a:pt x="138643" y="0"/>
                    <a:pt x="152524" y="13881"/>
                    <a:pt x="152524" y="31005"/>
                  </a:cubicBezTo>
                  <a:lnTo>
                    <a:pt x="152524" y="31005"/>
                  </a:lnTo>
                  <a:cubicBezTo>
                    <a:pt x="152524" y="48128"/>
                    <a:pt x="138643" y="62009"/>
                    <a:pt x="121519" y="62009"/>
                  </a:cubicBezTo>
                  <a:lnTo>
                    <a:pt x="31005" y="62009"/>
                  </a:lnTo>
                  <a:cubicBezTo>
                    <a:pt x="13881" y="62009"/>
                    <a:pt x="0" y="48128"/>
                    <a:pt x="0" y="31005"/>
                  </a:cubicBezTo>
                  <a:lnTo>
                    <a:pt x="0" y="31005"/>
                  </a:lnTo>
                  <a:cubicBezTo>
                    <a:pt x="0" y="13881"/>
                    <a:pt x="13881" y="0"/>
                    <a:pt x="310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8B6FF"/>
              </a:solidFill>
              <a:prstDash val="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52524" cy="119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145349" y="4280019"/>
            <a:ext cx="2743875" cy="295483"/>
            <a:chOff x="0" y="0"/>
            <a:chExt cx="3658500" cy="393978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3658500" cy="393978"/>
              <a:chOff x="0" y="0"/>
              <a:chExt cx="622718" cy="6705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22718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622718">
                    <a:moveTo>
                      <a:pt x="28215" y="0"/>
                    </a:moveTo>
                    <a:lnTo>
                      <a:pt x="594503" y="0"/>
                    </a:lnTo>
                    <a:cubicBezTo>
                      <a:pt x="610086" y="0"/>
                      <a:pt x="622718" y="12632"/>
                      <a:pt x="622718" y="28215"/>
                    </a:cubicBezTo>
                    <a:lnTo>
                      <a:pt x="622718" y="38844"/>
                    </a:lnTo>
                    <a:cubicBezTo>
                      <a:pt x="622718" y="54427"/>
                      <a:pt x="610086" y="67059"/>
                      <a:pt x="594503" y="67059"/>
                    </a:cubicBezTo>
                    <a:lnTo>
                      <a:pt x="28215" y="67059"/>
                    </a:lnTo>
                    <a:cubicBezTo>
                      <a:pt x="12632" y="67059"/>
                      <a:pt x="0" y="54427"/>
                      <a:pt x="0" y="38844"/>
                    </a:cubicBezTo>
                    <a:lnTo>
                      <a:pt x="0" y="28215"/>
                    </a:lnTo>
                    <a:cubicBezTo>
                      <a:pt x="0" y="12632"/>
                      <a:pt x="12632" y="0"/>
                      <a:pt x="2821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622718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1832"/>
              <a:ext cx="3658500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필요한 경우 경고 무시도 가능함</a:t>
              </a:r>
            </a:p>
          </p:txBody>
        </p:sp>
      </p:grp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31.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Copilot Autofix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실행 확인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36986" y="4003127"/>
            <a:ext cx="2809832" cy="295483"/>
            <a:chOff x="0" y="0"/>
            <a:chExt cx="3746443" cy="39397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3746443" cy="393978"/>
              <a:chOff x="0" y="0"/>
              <a:chExt cx="637687" cy="6705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7687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637687">
                    <a:moveTo>
                      <a:pt x="27553" y="0"/>
                    </a:moveTo>
                    <a:lnTo>
                      <a:pt x="610134" y="0"/>
                    </a:lnTo>
                    <a:cubicBezTo>
                      <a:pt x="617442" y="0"/>
                      <a:pt x="624450" y="2903"/>
                      <a:pt x="629617" y="8070"/>
                    </a:cubicBezTo>
                    <a:cubicBezTo>
                      <a:pt x="634784" y="13237"/>
                      <a:pt x="637687" y="20245"/>
                      <a:pt x="637687" y="27553"/>
                    </a:cubicBezTo>
                    <a:lnTo>
                      <a:pt x="637687" y="39507"/>
                    </a:lnTo>
                    <a:cubicBezTo>
                      <a:pt x="637687" y="46814"/>
                      <a:pt x="634784" y="53822"/>
                      <a:pt x="629617" y="58989"/>
                    </a:cubicBezTo>
                    <a:cubicBezTo>
                      <a:pt x="624450" y="64157"/>
                      <a:pt x="617442" y="67059"/>
                      <a:pt x="610134" y="67059"/>
                    </a:cubicBezTo>
                    <a:lnTo>
                      <a:pt x="27553" y="67059"/>
                    </a:lnTo>
                    <a:cubicBezTo>
                      <a:pt x="20245" y="67059"/>
                      <a:pt x="13237" y="64157"/>
                      <a:pt x="8070" y="58989"/>
                    </a:cubicBezTo>
                    <a:cubicBezTo>
                      <a:pt x="2903" y="53822"/>
                      <a:pt x="0" y="46814"/>
                      <a:pt x="0" y="39507"/>
                    </a:cubicBezTo>
                    <a:lnTo>
                      <a:pt x="0" y="27553"/>
                    </a:lnTo>
                    <a:cubicBezTo>
                      <a:pt x="0" y="20245"/>
                      <a:pt x="2903" y="13237"/>
                      <a:pt x="8070" y="8070"/>
                    </a:cubicBezTo>
                    <a:cubicBezTo>
                      <a:pt x="13237" y="2903"/>
                      <a:pt x="20245" y="0"/>
                      <a:pt x="27553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637687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0" y="1832"/>
              <a:ext cx="3746443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Copilot이 해결한 취약점 및 의도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36986" y="4344862"/>
            <a:ext cx="3850292" cy="1937885"/>
            <a:chOff x="0" y="0"/>
            <a:chExt cx="1014069" cy="5103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4069" cy="510390"/>
            </a:xfrm>
            <a:custGeom>
              <a:avLst/>
              <a:gdLst/>
              <a:ahLst/>
              <a:cxnLst/>
              <a:rect r="r" b="b" t="t" l="l"/>
              <a:pathLst>
                <a:path h="510390" w="1014069">
                  <a:moveTo>
                    <a:pt x="30161" y="0"/>
                  </a:moveTo>
                  <a:lnTo>
                    <a:pt x="983908" y="0"/>
                  </a:lnTo>
                  <a:cubicBezTo>
                    <a:pt x="991907" y="0"/>
                    <a:pt x="999578" y="3178"/>
                    <a:pt x="1005235" y="8834"/>
                  </a:cubicBezTo>
                  <a:cubicBezTo>
                    <a:pt x="1010891" y="14490"/>
                    <a:pt x="1014069" y="22162"/>
                    <a:pt x="1014069" y="30161"/>
                  </a:cubicBezTo>
                  <a:lnTo>
                    <a:pt x="1014069" y="480228"/>
                  </a:lnTo>
                  <a:cubicBezTo>
                    <a:pt x="1014069" y="496886"/>
                    <a:pt x="1000565" y="510390"/>
                    <a:pt x="983908" y="510390"/>
                  </a:cubicBezTo>
                  <a:lnTo>
                    <a:pt x="30161" y="510390"/>
                  </a:lnTo>
                  <a:cubicBezTo>
                    <a:pt x="22162" y="510390"/>
                    <a:pt x="14490" y="507212"/>
                    <a:pt x="8834" y="501556"/>
                  </a:cubicBezTo>
                  <a:cubicBezTo>
                    <a:pt x="3178" y="495899"/>
                    <a:pt x="0" y="488228"/>
                    <a:pt x="0" y="480228"/>
                  </a:cubicBezTo>
                  <a:lnTo>
                    <a:pt x="0" y="30161"/>
                  </a:lnTo>
                  <a:cubicBezTo>
                    <a:pt x="0" y="22162"/>
                    <a:pt x="3178" y="14490"/>
                    <a:pt x="8834" y="8834"/>
                  </a:cubicBezTo>
                  <a:cubicBezTo>
                    <a:pt x="14490" y="3178"/>
                    <a:pt x="22162" y="0"/>
                    <a:pt x="301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14069" cy="567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32.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Commit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to new branch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26761" y="6238203"/>
            <a:ext cx="995531" cy="244624"/>
            <a:chOff x="0" y="0"/>
            <a:chExt cx="262197" cy="644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2197" cy="64428"/>
            </a:xfrm>
            <a:custGeom>
              <a:avLst/>
              <a:gdLst/>
              <a:ahLst/>
              <a:cxnLst/>
              <a:rect r="r" b="b" t="t" l="l"/>
              <a:pathLst>
                <a:path h="64428" w="262197">
                  <a:moveTo>
                    <a:pt x="32214" y="0"/>
                  </a:moveTo>
                  <a:lnTo>
                    <a:pt x="229983" y="0"/>
                  </a:lnTo>
                  <a:cubicBezTo>
                    <a:pt x="247775" y="0"/>
                    <a:pt x="262197" y="14423"/>
                    <a:pt x="262197" y="32214"/>
                  </a:cubicBezTo>
                  <a:lnTo>
                    <a:pt x="262197" y="32214"/>
                  </a:lnTo>
                  <a:cubicBezTo>
                    <a:pt x="262197" y="50005"/>
                    <a:pt x="247775" y="64428"/>
                    <a:pt x="229983" y="64428"/>
                  </a:cubicBezTo>
                  <a:lnTo>
                    <a:pt x="32214" y="64428"/>
                  </a:lnTo>
                  <a:cubicBezTo>
                    <a:pt x="14423" y="64428"/>
                    <a:pt x="0" y="50005"/>
                    <a:pt x="0" y="32214"/>
                  </a:cubicBezTo>
                  <a:lnTo>
                    <a:pt x="0" y="32214"/>
                  </a:lnTo>
                  <a:cubicBezTo>
                    <a:pt x="0" y="14423"/>
                    <a:pt x="14423" y="0"/>
                    <a:pt x="322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62197" cy="121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463008" y="6670902"/>
            <a:ext cx="689696" cy="244624"/>
            <a:chOff x="0" y="0"/>
            <a:chExt cx="181648" cy="644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1648" cy="64428"/>
            </a:xfrm>
            <a:custGeom>
              <a:avLst/>
              <a:gdLst/>
              <a:ahLst/>
              <a:cxnLst/>
              <a:rect r="r" b="b" t="t" l="l"/>
              <a:pathLst>
                <a:path h="64428" w="181648">
                  <a:moveTo>
                    <a:pt x="32214" y="0"/>
                  </a:moveTo>
                  <a:lnTo>
                    <a:pt x="149434" y="0"/>
                  </a:lnTo>
                  <a:cubicBezTo>
                    <a:pt x="167226" y="0"/>
                    <a:pt x="181648" y="14423"/>
                    <a:pt x="181648" y="32214"/>
                  </a:cubicBezTo>
                  <a:lnTo>
                    <a:pt x="181648" y="32214"/>
                  </a:lnTo>
                  <a:cubicBezTo>
                    <a:pt x="181648" y="50005"/>
                    <a:pt x="167226" y="64428"/>
                    <a:pt x="149434" y="64428"/>
                  </a:cubicBezTo>
                  <a:lnTo>
                    <a:pt x="32214" y="64428"/>
                  </a:lnTo>
                  <a:cubicBezTo>
                    <a:pt x="14423" y="64428"/>
                    <a:pt x="0" y="50005"/>
                    <a:pt x="0" y="32214"/>
                  </a:cubicBezTo>
                  <a:lnTo>
                    <a:pt x="0" y="32214"/>
                  </a:lnTo>
                  <a:cubicBezTo>
                    <a:pt x="0" y="14423"/>
                    <a:pt x="14423" y="0"/>
                    <a:pt x="322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81648" cy="121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31630" y="4475576"/>
            <a:ext cx="854356" cy="238968"/>
            <a:chOff x="0" y="0"/>
            <a:chExt cx="1139141" cy="31862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139141" cy="318624"/>
              <a:chOff x="0" y="0"/>
              <a:chExt cx="193895" cy="5423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93895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93895">
                    <a:moveTo>
                      <a:pt x="27117" y="0"/>
                    </a:moveTo>
                    <a:lnTo>
                      <a:pt x="166778" y="0"/>
                    </a:lnTo>
                    <a:cubicBezTo>
                      <a:pt x="181754" y="0"/>
                      <a:pt x="193895" y="12141"/>
                      <a:pt x="193895" y="27117"/>
                    </a:cubicBezTo>
                    <a:lnTo>
                      <a:pt x="193895" y="27117"/>
                    </a:lnTo>
                    <a:cubicBezTo>
                      <a:pt x="193895" y="34309"/>
                      <a:pt x="191038" y="41206"/>
                      <a:pt x="185952" y="46291"/>
                    </a:cubicBezTo>
                    <a:cubicBezTo>
                      <a:pt x="180867" y="51377"/>
                      <a:pt x="173970" y="54233"/>
                      <a:pt x="166778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193895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1357"/>
              <a:ext cx="1139141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브랜치 제목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31630" y="4784186"/>
            <a:ext cx="854356" cy="238968"/>
            <a:chOff x="0" y="0"/>
            <a:chExt cx="1139141" cy="31862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139141" cy="318624"/>
              <a:chOff x="0" y="0"/>
              <a:chExt cx="193895" cy="5423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93895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93895">
                    <a:moveTo>
                      <a:pt x="27117" y="0"/>
                    </a:moveTo>
                    <a:lnTo>
                      <a:pt x="166778" y="0"/>
                    </a:lnTo>
                    <a:cubicBezTo>
                      <a:pt x="181754" y="0"/>
                      <a:pt x="193895" y="12141"/>
                      <a:pt x="193895" y="27117"/>
                    </a:cubicBezTo>
                    <a:lnTo>
                      <a:pt x="193895" y="27117"/>
                    </a:lnTo>
                    <a:cubicBezTo>
                      <a:pt x="193895" y="34309"/>
                      <a:pt x="191038" y="41206"/>
                      <a:pt x="185952" y="46291"/>
                    </a:cubicBezTo>
                    <a:cubicBezTo>
                      <a:pt x="180867" y="51377"/>
                      <a:pt x="173970" y="54233"/>
                      <a:pt x="166778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193895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11357"/>
              <a:ext cx="1139141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커밋 메시지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231630" y="5499935"/>
            <a:ext cx="759106" cy="238968"/>
            <a:chOff x="0" y="0"/>
            <a:chExt cx="1012141" cy="318624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012141" cy="318624"/>
              <a:chOff x="0" y="0"/>
              <a:chExt cx="172278" cy="542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72278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72278">
                    <a:moveTo>
                      <a:pt x="27117" y="0"/>
                    </a:moveTo>
                    <a:lnTo>
                      <a:pt x="145161" y="0"/>
                    </a:lnTo>
                    <a:cubicBezTo>
                      <a:pt x="152353" y="0"/>
                      <a:pt x="159250" y="2857"/>
                      <a:pt x="164336" y="7942"/>
                    </a:cubicBezTo>
                    <a:cubicBezTo>
                      <a:pt x="169421" y="13028"/>
                      <a:pt x="172278" y="19925"/>
                      <a:pt x="172278" y="27117"/>
                    </a:cubicBezTo>
                    <a:lnTo>
                      <a:pt x="172278" y="27117"/>
                    </a:lnTo>
                    <a:cubicBezTo>
                      <a:pt x="172278" y="34309"/>
                      <a:pt x="169421" y="41206"/>
                      <a:pt x="164336" y="46291"/>
                    </a:cubicBezTo>
                    <a:cubicBezTo>
                      <a:pt x="159250" y="51377"/>
                      <a:pt x="152353" y="54233"/>
                      <a:pt x="145161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72278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0" y="11357"/>
              <a:ext cx="1012141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커밋 설명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31630" y="6215684"/>
            <a:ext cx="759106" cy="238968"/>
            <a:chOff x="0" y="0"/>
            <a:chExt cx="1012141" cy="318624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012141" cy="318624"/>
              <a:chOff x="0" y="0"/>
              <a:chExt cx="172278" cy="5423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72278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72278">
                    <a:moveTo>
                      <a:pt x="27117" y="0"/>
                    </a:moveTo>
                    <a:lnTo>
                      <a:pt x="145161" y="0"/>
                    </a:lnTo>
                    <a:cubicBezTo>
                      <a:pt x="152353" y="0"/>
                      <a:pt x="159250" y="2857"/>
                      <a:pt x="164336" y="7942"/>
                    </a:cubicBezTo>
                    <a:cubicBezTo>
                      <a:pt x="169421" y="13028"/>
                      <a:pt x="172278" y="19925"/>
                      <a:pt x="172278" y="27117"/>
                    </a:cubicBezTo>
                    <a:lnTo>
                      <a:pt x="172278" y="27117"/>
                    </a:lnTo>
                    <a:cubicBezTo>
                      <a:pt x="172278" y="34309"/>
                      <a:pt x="169421" y="41206"/>
                      <a:pt x="164336" y="46291"/>
                    </a:cubicBezTo>
                    <a:cubicBezTo>
                      <a:pt x="159250" y="51377"/>
                      <a:pt x="152353" y="54233"/>
                      <a:pt x="145161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172278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0" y="11357"/>
              <a:ext cx="1012141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후속 작업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102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178545" y="8013801"/>
            <a:ext cx="8153348" cy="110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33. 브랜치 제목, 커밋 메시지 등 수정 후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      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Commit change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618497" y="7206646"/>
            <a:ext cx="689696" cy="244624"/>
            <a:chOff x="0" y="0"/>
            <a:chExt cx="181648" cy="644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1648" cy="64428"/>
            </a:xfrm>
            <a:custGeom>
              <a:avLst/>
              <a:gdLst/>
              <a:ahLst/>
              <a:cxnLst/>
              <a:rect r="r" b="b" t="t" l="l"/>
              <a:pathLst>
                <a:path h="64428" w="181648">
                  <a:moveTo>
                    <a:pt x="32214" y="0"/>
                  </a:moveTo>
                  <a:lnTo>
                    <a:pt x="149434" y="0"/>
                  </a:lnTo>
                  <a:cubicBezTo>
                    <a:pt x="167226" y="0"/>
                    <a:pt x="181648" y="14423"/>
                    <a:pt x="181648" y="32214"/>
                  </a:cubicBezTo>
                  <a:lnTo>
                    <a:pt x="181648" y="32214"/>
                  </a:lnTo>
                  <a:cubicBezTo>
                    <a:pt x="181648" y="50005"/>
                    <a:pt x="167226" y="64428"/>
                    <a:pt x="149434" y="64428"/>
                  </a:cubicBezTo>
                  <a:lnTo>
                    <a:pt x="32214" y="64428"/>
                  </a:lnTo>
                  <a:cubicBezTo>
                    <a:pt x="14423" y="64428"/>
                    <a:pt x="0" y="50005"/>
                    <a:pt x="0" y="32214"/>
                  </a:cubicBezTo>
                  <a:lnTo>
                    <a:pt x="0" y="32214"/>
                  </a:lnTo>
                  <a:cubicBezTo>
                    <a:pt x="0" y="14423"/>
                    <a:pt x="14423" y="0"/>
                    <a:pt x="322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81648" cy="121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34.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Ready for review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475901" y="4486903"/>
            <a:ext cx="2574028" cy="295483"/>
            <a:chOff x="0" y="0"/>
            <a:chExt cx="3432037" cy="39397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432037" cy="393978"/>
              <a:chOff x="0" y="0"/>
              <a:chExt cx="584172" cy="6705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84172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584172">
                    <a:moveTo>
                      <a:pt x="30077" y="0"/>
                    </a:moveTo>
                    <a:lnTo>
                      <a:pt x="554095" y="0"/>
                    </a:lnTo>
                    <a:cubicBezTo>
                      <a:pt x="562071" y="0"/>
                      <a:pt x="569722" y="3169"/>
                      <a:pt x="575362" y="8809"/>
                    </a:cubicBezTo>
                    <a:cubicBezTo>
                      <a:pt x="581003" y="14450"/>
                      <a:pt x="584172" y="22100"/>
                      <a:pt x="584172" y="30077"/>
                    </a:cubicBezTo>
                    <a:lnTo>
                      <a:pt x="584172" y="36982"/>
                    </a:lnTo>
                    <a:cubicBezTo>
                      <a:pt x="584172" y="53594"/>
                      <a:pt x="570706" y="67059"/>
                      <a:pt x="554095" y="67059"/>
                    </a:cubicBezTo>
                    <a:lnTo>
                      <a:pt x="30077" y="67059"/>
                    </a:lnTo>
                    <a:cubicBezTo>
                      <a:pt x="13466" y="67059"/>
                      <a:pt x="0" y="53594"/>
                      <a:pt x="0" y="36982"/>
                    </a:cubicBezTo>
                    <a:lnTo>
                      <a:pt x="0" y="30077"/>
                    </a:lnTo>
                    <a:cubicBezTo>
                      <a:pt x="0" y="13466"/>
                      <a:pt x="13466" y="0"/>
                      <a:pt x="3007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584172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32"/>
              <a:ext cx="3432037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PR이 Draft 상태로 만들어짐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34717" y="4197553"/>
            <a:ext cx="456395" cy="244624"/>
            <a:chOff x="0" y="0"/>
            <a:chExt cx="120203" cy="644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0203" cy="64428"/>
            </a:xfrm>
            <a:custGeom>
              <a:avLst/>
              <a:gdLst/>
              <a:ahLst/>
              <a:cxnLst/>
              <a:rect r="r" b="b" t="t" l="l"/>
              <a:pathLst>
                <a:path h="64428" w="120203">
                  <a:moveTo>
                    <a:pt x="32214" y="0"/>
                  </a:moveTo>
                  <a:lnTo>
                    <a:pt x="87989" y="0"/>
                  </a:lnTo>
                  <a:cubicBezTo>
                    <a:pt x="105780" y="0"/>
                    <a:pt x="120203" y="14423"/>
                    <a:pt x="120203" y="32214"/>
                  </a:cubicBezTo>
                  <a:lnTo>
                    <a:pt x="120203" y="32214"/>
                  </a:lnTo>
                  <a:cubicBezTo>
                    <a:pt x="120203" y="50005"/>
                    <a:pt x="105780" y="64428"/>
                    <a:pt x="87989" y="64428"/>
                  </a:cubicBezTo>
                  <a:lnTo>
                    <a:pt x="32214" y="64428"/>
                  </a:lnTo>
                  <a:cubicBezTo>
                    <a:pt x="14423" y="64428"/>
                    <a:pt x="0" y="50005"/>
                    <a:pt x="0" y="32214"/>
                  </a:cubicBezTo>
                  <a:lnTo>
                    <a:pt x="0" y="32214"/>
                  </a:lnTo>
                  <a:cubicBezTo>
                    <a:pt x="0" y="14423"/>
                    <a:pt x="14423" y="0"/>
                    <a:pt x="322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20203" cy="121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6815868" y="7470665"/>
            <a:ext cx="889058" cy="244624"/>
            <a:chOff x="0" y="0"/>
            <a:chExt cx="234155" cy="644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4155" cy="64428"/>
            </a:xfrm>
            <a:custGeom>
              <a:avLst/>
              <a:gdLst/>
              <a:ahLst/>
              <a:cxnLst/>
              <a:rect r="r" b="b" t="t" l="l"/>
              <a:pathLst>
                <a:path h="64428" w="234155">
                  <a:moveTo>
                    <a:pt x="32214" y="0"/>
                  </a:moveTo>
                  <a:lnTo>
                    <a:pt x="201941" y="0"/>
                  </a:lnTo>
                  <a:cubicBezTo>
                    <a:pt x="219733" y="0"/>
                    <a:pt x="234155" y="14423"/>
                    <a:pt x="234155" y="32214"/>
                  </a:cubicBezTo>
                  <a:lnTo>
                    <a:pt x="234155" y="32214"/>
                  </a:lnTo>
                  <a:cubicBezTo>
                    <a:pt x="234155" y="50005"/>
                    <a:pt x="219733" y="64428"/>
                    <a:pt x="201941" y="64428"/>
                  </a:cubicBezTo>
                  <a:lnTo>
                    <a:pt x="32214" y="64428"/>
                  </a:lnTo>
                  <a:cubicBezTo>
                    <a:pt x="14423" y="64428"/>
                    <a:pt x="0" y="50005"/>
                    <a:pt x="0" y="32214"/>
                  </a:cubicBezTo>
                  <a:lnTo>
                    <a:pt x="0" y="32214"/>
                  </a:lnTo>
                  <a:cubicBezTo>
                    <a:pt x="0" y="14423"/>
                    <a:pt x="14423" y="0"/>
                    <a:pt x="322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34155" cy="121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34717" y="4197553"/>
            <a:ext cx="462110" cy="244624"/>
            <a:chOff x="0" y="0"/>
            <a:chExt cx="121708" cy="644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708" cy="64428"/>
            </a:xfrm>
            <a:custGeom>
              <a:avLst/>
              <a:gdLst/>
              <a:ahLst/>
              <a:cxnLst/>
              <a:rect r="r" b="b" t="t" l="l"/>
              <a:pathLst>
                <a:path h="64428" w="121708">
                  <a:moveTo>
                    <a:pt x="32214" y="0"/>
                  </a:moveTo>
                  <a:lnTo>
                    <a:pt x="89494" y="0"/>
                  </a:lnTo>
                  <a:cubicBezTo>
                    <a:pt x="107285" y="0"/>
                    <a:pt x="121708" y="14423"/>
                    <a:pt x="121708" y="32214"/>
                  </a:cubicBezTo>
                  <a:lnTo>
                    <a:pt x="121708" y="32214"/>
                  </a:lnTo>
                  <a:cubicBezTo>
                    <a:pt x="121708" y="50005"/>
                    <a:pt x="107285" y="64428"/>
                    <a:pt x="89494" y="64428"/>
                  </a:cubicBezTo>
                  <a:lnTo>
                    <a:pt x="32214" y="64428"/>
                  </a:lnTo>
                  <a:cubicBezTo>
                    <a:pt x="14423" y="64428"/>
                    <a:pt x="0" y="50005"/>
                    <a:pt x="0" y="32214"/>
                  </a:cubicBezTo>
                  <a:lnTo>
                    <a:pt x="0" y="32214"/>
                  </a:lnTo>
                  <a:cubicBezTo>
                    <a:pt x="0" y="14423"/>
                    <a:pt x="14423" y="0"/>
                    <a:pt x="322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21708" cy="121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37790" y="4486903"/>
            <a:ext cx="2855964" cy="571708"/>
            <a:chOff x="0" y="0"/>
            <a:chExt cx="3807952" cy="762278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807952" cy="762278"/>
              <a:chOff x="0" y="0"/>
              <a:chExt cx="648157" cy="12974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48157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648157">
                    <a:moveTo>
                      <a:pt x="27108" y="0"/>
                    </a:moveTo>
                    <a:lnTo>
                      <a:pt x="621049" y="0"/>
                    </a:lnTo>
                    <a:cubicBezTo>
                      <a:pt x="636020" y="0"/>
                      <a:pt x="648157" y="12137"/>
                      <a:pt x="648157" y="27108"/>
                    </a:cubicBezTo>
                    <a:lnTo>
                      <a:pt x="648157" y="102640"/>
                    </a:lnTo>
                    <a:cubicBezTo>
                      <a:pt x="648157" y="117612"/>
                      <a:pt x="636020" y="129748"/>
                      <a:pt x="621049" y="129748"/>
                    </a:cubicBezTo>
                    <a:lnTo>
                      <a:pt x="27108" y="129748"/>
                    </a:lnTo>
                    <a:cubicBezTo>
                      <a:pt x="12137" y="129748"/>
                      <a:pt x="0" y="117612"/>
                      <a:pt x="0" y="102640"/>
                    </a:cubicBezTo>
                    <a:lnTo>
                      <a:pt x="0" y="27108"/>
                    </a:lnTo>
                    <a:cubicBezTo>
                      <a:pt x="0" y="12137"/>
                      <a:pt x="12137" y="0"/>
                      <a:pt x="2710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648157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0" y="1832"/>
              <a:ext cx="3807952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Ready for review 버튼을 클릭해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PR이 Open 상태로 전환됨 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35.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Merge pull request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버튼 클릭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962699" y="4197553"/>
            <a:ext cx="896450" cy="244624"/>
            <a:chOff x="0" y="0"/>
            <a:chExt cx="236102" cy="644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6102" cy="64428"/>
            </a:xfrm>
            <a:custGeom>
              <a:avLst/>
              <a:gdLst/>
              <a:ahLst/>
              <a:cxnLst/>
              <a:rect r="r" b="b" t="t" l="l"/>
              <a:pathLst>
                <a:path h="64428" w="236102">
                  <a:moveTo>
                    <a:pt x="32214" y="0"/>
                  </a:moveTo>
                  <a:lnTo>
                    <a:pt x="203888" y="0"/>
                  </a:lnTo>
                  <a:cubicBezTo>
                    <a:pt x="221679" y="0"/>
                    <a:pt x="236102" y="14423"/>
                    <a:pt x="236102" y="32214"/>
                  </a:cubicBezTo>
                  <a:lnTo>
                    <a:pt x="236102" y="32214"/>
                  </a:lnTo>
                  <a:cubicBezTo>
                    <a:pt x="236102" y="50005"/>
                    <a:pt x="221679" y="64428"/>
                    <a:pt x="203888" y="64428"/>
                  </a:cubicBezTo>
                  <a:lnTo>
                    <a:pt x="32214" y="64428"/>
                  </a:lnTo>
                  <a:cubicBezTo>
                    <a:pt x="14423" y="64428"/>
                    <a:pt x="0" y="50005"/>
                    <a:pt x="0" y="32214"/>
                  </a:cubicBezTo>
                  <a:lnTo>
                    <a:pt x="0" y="32214"/>
                  </a:lnTo>
                  <a:cubicBezTo>
                    <a:pt x="0" y="14423"/>
                    <a:pt x="14423" y="0"/>
                    <a:pt x="322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8B6FF"/>
              </a:solidFill>
              <a:prstDash val="dash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236102" cy="121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907104" y="4172124"/>
            <a:ext cx="3000952" cy="295483"/>
            <a:chOff x="0" y="0"/>
            <a:chExt cx="4001269" cy="393978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4001269" cy="393978"/>
              <a:chOff x="0" y="0"/>
              <a:chExt cx="681061" cy="6705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681061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681061">
                    <a:moveTo>
                      <a:pt x="25798" y="0"/>
                    </a:moveTo>
                    <a:lnTo>
                      <a:pt x="655263" y="0"/>
                    </a:lnTo>
                    <a:cubicBezTo>
                      <a:pt x="662105" y="0"/>
                      <a:pt x="668667" y="2718"/>
                      <a:pt x="673505" y="7556"/>
                    </a:cubicBezTo>
                    <a:cubicBezTo>
                      <a:pt x="678343" y="12394"/>
                      <a:pt x="681061" y="18956"/>
                      <a:pt x="681061" y="25798"/>
                    </a:cubicBezTo>
                    <a:lnTo>
                      <a:pt x="681061" y="41261"/>
                    </a:lnTo>
                    <a:cubicBezTo>
                      <a:pt x="681061" y="55509"/>
                      <a:pt x="669511" y="67059"/>
                      <a:pt x="655263" y="67059"/>
                    </a:cubicBezTo>
                    <a:lnTo>
                      <a:pt x="25798" y="67059"/>
                    </a:lnTo>
                    <a:cubicBezTo>
                      <a:pt x="18956" y="67059"/>
                      <a:pt x="12394" y="64341"/>
                      <a:pt x="7556" y="59503"/>
                    </a:cubicBezTo>
                    <a:cubicBezTo>
                      <a:pt x="2718" y="54665"/>
                      <a:pt x="0" y="48103"/>
                      <a:pt x="0" y="41261"/>
                    </a:cubicBezTo>
                    <a:lnTo>
                      <a:pt x="0" y="25798"/>
                    </a:lnTo>
                    <a:cubicBezTo>
                      <a:pt x="0" y="18956"/>
                      <a:pt x="2718" y="12394"/>
                      <a:pt x="7556" y="7556"/>
                    </a:cubicBezTo>
                    <a:cubicBezTo>
                      <a:pt x="12394" y="2718"/>
                      <a:pt x="18956" y="0"/>
                      <a:pt x="2579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57150"/>
                <a:ext cx="681061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0" y="1832"/>
              <a:ext cx="4001269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병합시 항상 브랜치 선택 상태 확인</a:t>
              </a:r>
            </a:p>
          </p:txBody>
        </p:sp>
      </p:grp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6815868" y="6255636"/>
            <a:ext cx="670838" cy="244624"/>
            <a:chOff x="0" y="0"/>
            <a:chExt cx="176682" cy="644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6682" cy="64428"/>
            </a:xfrm>
            <a:custGeom>
              <a:avLst/>
              <a:gdLst/>
              <a:ahLst/>
              <a:cxnLst/>
              <a:rect r="r" b="b" t="t" l="l"/>
              <a:pathLst>
                <a:path h="64428" w="176682">
                  <a:moveTo>
                    <a:pt x="32214" y="0"/>
                  </a:moveTo>
                  <a:lnTo>
                    <a:pt x="144468" y="0"/>
                  </a:lnTo>
                  <a:cubicBezTo>
                    <a:pt x="162259" y="0"/>
                    <a:pt x="176682" y="14423"/>
                    <a:pt x="176682" y="32214"/>
                  </a:cubicBezTo>
                  <a:lnTo>
                    <a:pt x="176682" y="32214"/>
                  </a:lnTo>
                  <a:cubicBezTo>
                    <a:pt x="176682" y="50005"/>
                    <a:pt x="162259" y="64428"/>
                    <a:pt x="144468" y="64428"/>
                  </a:cubicBezTo>
                  <a:lnTo>
                    <a:pt x="32214" y="64428"/>
                  </a:lnTo>
                  <a:cubicBezTo>
                    <a:pt x="14423" y="64428"/>
                    <a:pt x="0" y="50005"/>
                    <a:pt x="0" y="32214"/>
                  </a:cubicBezTo>
                  <a:lnTo>
                    <a:pt x="0" y="32214"/>
                  </a:lnTo>
                  <a:cubicBezTo>
                    <a:pt x="0" y="14423"/>
                    <a:pt x="14423" y="0"/>
                    <a:pt x="322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6682" cy="121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36.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Confirm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merge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버튼 클릭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656729" y="6803872"/>
            <a:ext cx="670838" cy="244624"/>
            <a:chOff x="0" y="0"/>
            <a:chExt cx="176682" cy="644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6682" cy="64428"/>
            </a:xfrm>
            <a:custGeom>
              <a:avLst/>
              <a:gdLst/>
              <a:ahLst/>
              <a:cxnLst/>
              <a:rect r="r" b="b" t="t" l="l"/>
              <a:pathLst>
                <a:path h="64428" w="176682">
                  <a:moveTo>
                    <a:pt x="32214" y="0"/>
                  </a:moveTo>
                  <a:lnTo>
                    <a:pt x="144468" y="0"/>
                  </a:lnTo>
                  <a:cubicBezTo>
                    <a:pt x="162259" y="0"/>
                    <a:pt x="176682" y="14423"/>
                    <a:pt x="176682" y="32214"/>
                  </a:cubicBezTo>
                  <a:lnTo>
                    <a:pt x="176682" y="32214"/>
                  </a:lnTo>
                  <a:cubicBezTo>
                    <a:pt x="176682" y="50005"/>
                    <a:pt x="162259" y="64428"/>
                    <a:pt x="144468" y="64428"/>
                  </a:cubicBezTo>
                  <a:lnTo>
                    <a:pt x="32214" y="64428"/>
                  </a:lnTo>
                  <a:cubicBezTo>
                    <a:pt x="14423" y="64428"/>
                    <a:pt x="0" y="50005"/>
                    <a:pt x="0" y="32214"/>
                  </a:cubicBezTo>
                  <a:lnTo>
                    <a:pt x="0" y="32214"/>
                  </a:lnTo>
                  <a:cubicBezTo>
                    <a:pt x="0" y="14423"/>
                    <a:pt x="14423" y="0"/>
                    <a:pt x="322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8B6FF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6682" cy="121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37. 브랜치 병합 결과 확인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817836" y="7114063"/>
            <a:ext cx="2348624" cy="571708"/>
            <a:chOff x="0" y="0"/>
            <a:chExt cx="3131499" cy="76227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131499" cy="762278"/>
              <a:chOff x="0" y="0"/>
              <a:chExt cx="533017" cy="12974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33017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533017">
                    <a:moveTo>
                      <a:pt x="32964" y="0"/>
                    </a:moveTo>
                    <a:lnTo>
                      <a:pt x="500053" y="0"/>
                    </a:lnTo>
                    <a:cubicBezTo>
                      <a:pt x="508795" y="0"/>
                      <a:pt x="517180" y="3473"/>
                      <a:pt x="523362" y="9655"/>
                    </a:cubicBezTo>
                    <a:cubicBezTo>
                      <a:pt x="529544" y="15837"/>
                      <a:pt x="533017" y="24221"/>
                      <a:pt x="533017" y="32964"/>
                    </a:cubicBezTo>
                    <a:lnTo>
                      <a:pt x="533017" y="96785"/>
                    </a:lnTo>
                    <a:cubicBezTo>
                      <a:pt x="533017" y="105527"/>
                      <a:pt x="529544" y="113912"/>
                      <a:pt x="523362" y="120093"/>
                    </a:cubicBezTo>
                    <a:cubicBezTo>
                      <a:pt x="517180" y="126275"/>
                      <a:pt x="508795" y="129748"/>
                      <a:pt x="500053" y="129748"/>
                    </a:cubicBezTo>
                    <a:lnTo>
                      <a:pt x="32964" y="129748"/>
                    </a:lnTo>
                    <a:cubicBezTo>
                      <a:pt x="14758" y="129748"/>
                      <a:pt x="0" y="114990"/>
                      <a:pt x="0" y="96785"/>
                    </a:cubicBezTo>
                    <a:lnTo>
                      <a:pt x="0" y="32964"/>
                    </a:lnTo>
                    <a:cubicBezTo>
                      <a:pt x="0" y="24221"/>
                      <a:pt x="3473" y="15837"/>
                      <a:pt x="9655" y="9655"/>
                    </a:cubicBezTo>
                    <a:cubicBezTo>
                      <a:pt x="15837" y="3473"/>
                      <a:pt x="24221" y="0"/>
                      <a:pt x="32964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533017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32"/>
              <a:ext cx="3131499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브랜치에서 후속 작업을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하지 않는다면 삭제도 가능</a:t>
              </a:r>
            </a:p>
          </p:txBody>
        </p:sp>
      </p:grp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5178545" y="3577877"/>
            <a:ext cx="433704" cy="244624"/>
            <a:chOff x="0" y="0"/>
            <a:chExt cx="114227" cy="644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227" cy="64428"/>
            </a:xfrm>
            <a:custGeom>
              <a:avLst/>
              <a:gdLst/>
              <a:ahLst/>
              <a:cxnLst/>
              <a:rect r="r" b="b" t="t" l="l"/>
              <a:pathLst>
                <a:path h="64428" w="114227">
                  <a:moveTo>
                    <a:pt x="32214" y="0"/>
                  </a:moveTo>
                  <a:lnTo>
                    <a:pt x="82013" y="0"/>
                  </a:lnTo>
                  <a:cubicBezTo>
                    <a:pt x="90556" y="0"/>
                    <a:pt x="98750" y="3394"/>
                    <a:pt x="104791" y="9435"/>
                  </a:cubicBezTo>
                  <a:cubicBezTo>
                    <a:pt x="110833" y="15477"/>
                    <a:pt x="114227" y="23670"/>
                    <a:pt x="114227" y="32214"/>
                  </a:cubicBezTo>
                  <a:lnTo>
                    <a:pt x="114227" y="32214"/>
                  </a:lnTo>
                  <a:cubicBezTo>
                    <a:pt x="114227" y="50005"/>
                    <a:pt x="99804" y="64428"/>
                    <a:pt x="82013" y="64428"/>
                  </a:cubicBezTo>
                  <a:lnTo>
                    <a:pt x="32214" y="64428"/>
                  </a:lnTo>
                  <a:cubicBezTo>
                    <a:pt x="14423" y="64428"/>
                    <a:pt x="0" y="50005"/>
                    <a:pt x="0" y="32214"/>
                  </a:cubicBezTo>
                  <a:lnTo>
                    <a:pt x="0" y="32214"/>
                  </a:lnTo>
                  <a:cubicBezTo>
                    <a:pt x="0" y="14423"/>
                    <a:pt x="14423" y="0"/>
                    <a:pt x="3221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14227" cy="121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107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38.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Code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AutoShape 27" id="27"/>
          <p:cNvSpPr/>
          <p:nvPr/>
        </p:nvSpPr>
        <p:spPr>
          <a:xfrm flipH="true" flipV="true">
            <a:off x="5622749" y="3805060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525146" y="3564096"/>
            <a:ext cx="550900" cy="280801"/>
            <a:chOff x="0" y="0"/>
            <a:chExt cx="145093" cy="739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5093" cy="73956"/>
            </a:xfrm>
            <a:custGeom>
              <a:avLst/>
              <a:gdLst/>
              <a:ahLst/>
              <a:cxnLst/>
              <a:rect r="r" b="b" t="t" l="l"/>
              <a:pathLst>
                <a:path h="73956" w="145093">
                  <a:moveTo>
                    <a:pt x="36978" y="0"/>
                  </a:moveTo>
                  <a:lnTo>
                    <a:pt x="108115" y="0"/>
                  </a:lnTo>
                  <a:cubicBezTo>
                    <a:pt x="117922" y="0"/>
                    <a:pt x="127328" y="3896"/>
                    <a:pt x="134262" y="10831"/>
                  </a:cubicBezTo>
                  <a:cubicBezTo>
                    <a:pt x="141197" y="17765"/>
                    <a:pt x="145093" y="27171"/>
                    <a:pt x="145093" y="36978"/>
                  </a:cubicBezTo>
                  <a:lnTo>
                    <a:pt x="145093" y="36978"/>
                  </a:lnTo>
                  <a:cubicBezTo>
                    <a:pt x="145093" y="57400"/>
                    <a:pt x="128537" y="73956"/>
                    <a:pt x="108115" y="73956"/>
                  </a:cubicBezTo>
                  <a:lnTo>
                    <a:pt x="36978" y="73956"/>
                  </a:lnTo>
                  <a:cubicBezTo>
                    <a:pt x="16556" y="73956"/>
                    <a:pt x="0" y="57400"/>
                    <a:pt x="0" y="36978"/>
                  </a:cubicBezTo>
                  <a:lnTo>
                    <a:pt x="0" y="36978"/>
                  </a:lnTo>
                  <a:cubicBezTo>
                    <a:pt x="0" y="16556"/>
                    <a:pt x="16556" y="0"/>
                    <a:pt x="3697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45093" cy="131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108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DependaBot과 CodeQL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78545" y="8013801"/>
            <a:ext cx="8153348" cy="54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39. Security 경고 알림이 사라진 것 확인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347634" y="6038335"/>
            <a:ext cx="1327946" cy="622882"/>
            <a:chOff x="0" y="0"/>
            <a:chExt cx="349747" cy="1640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9747" cy="164051"/>
            </a:xfrm>
            <a:custGeom>
              <a:avLst/>
              <a:gdLst/>
              <a:ahLst/>
              <a:cxnLst/>
              <a:rect r="r" b="b" t="t" l="l"/>
              <a:pathLst>
                <a:path h="164051" w="349747">
                  <a:moveTo>
                    <a:pt x="82026" y="0"/>
                  </a:moveTo>
                  <a:lnTo>
                    <a:pt x="267721" y="0"/>
                  </a:lnTo>
                  <a:cubicBezTo>
                    <a:pt x="289476" y="0"/>
                    <a:pt x="310339" y="8642"/>
                    <a:pt x="325722" y="24025"/>
                  </a:cubicBezTo>
                  <a:cubicBezTo>
                    <a:pt x="341105" y="39408"/>
                    <a:pt x="349747" y="60271"/>
                    <a:pt x="349747" y="82026"/>
                  </a:cubicBezTo>
                  <a:lnTo>
                    <a:pt x="349747" y="82026"/>
                  </a:lnTo>
                  <a:cubicBezTo>
                    <a:pt x="349747" y="127327"/>
                    <a:pt x="313023" y="164051"/>
                    <a:pt x="267721" y="164051"/>
                  </a:cubicBezTo>
                  <a:lnTo>
                    <a:pt x="82026" y="164051"/>
                  </a:lnTo>
                  <a:cubicBezTo>
                    <a:pt x="60271" y="164051"/>
                    <a:pt x="39408" y="155409"/>
                    <a:pt x="24025" y="140027"/>
                  </a:cubicBezTo>
                  <a:cubicBezTo>
                    <a:pt x="8642" y="124644"/>
                    <a:pt x="0" y="103780"/>
                    <a:pt x="0" y="82026"/>
                  </a:cubicBezTo>
                  <a:lnTo>
                    <a:pt x="0" y="82026"/>
                  </a:lnTo>
                  <a:cubicBezTo>
                    <a:pt x="0" y="60271"/>
                    <a:pt x="8642" y="39408"/>
                    <a:pt x="24025" y="24025"/>
                  </a:cubicBezTo>
                  <a:cubicBezTo>
                    <a:pt x="39408" y="8642"/>
                    <a:pt x="60271" y="0"/>
                    <a:pt x="820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8B6FF"/>
              </a:solidFill>
              <a:prstDash val="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49747" cy="221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58562" y="6742420"/>
            <a:ext cx="2906089" cy="571708"/>
            <a:chOff x="0" y="0"/>
            <a:chExt cx="3874785" cy="762278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3874785" cy="762278"/>
              <a:chOff x="0" y="0"/>
              <a:chExt cx="659532" cy="12974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59532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659532">
                    <a:moveTo>
                      <a:pt x="26640" y="0"/>
                    </a:moveTo>
                    <a:lnTo>
                      <a:pt x="632892" y="0"/>
                    </a:lnTo>
                    <a:cubicBezTo>
                      <a:pt x="639957" y="0"/>
                      <a:pt x="646734" y="2807"/>
                      <a:pt x="651730" y="7803"/>
                    </a:cubicBezTo>
                    <a:cubicBezTo>
                      <a:pt x="656726" y="12799"/>
                      <a:pt x="659532" y="19575"/>
                      <a:pt x="659532" y="26640"/>
                    </a:cubicBezTo>
                    <a:lnTo>
                      <a:pt x="659532" y="103108"/>
                    </a:lnTo>
                    <a:cubicBezTo>
                      <a:pt x="659532" y="117821"/>
                      <a:pt x="647605" y="129748"/>
                      <a:pt x="632892" y="129748"/>
                    </a:cubicBezTo>
                    <a:lnTo>
                      <a:pt x="26640" y="129748"/>
                    </a:lnTo>
                    <a:cubicBezTo>
                      <a:pt x="11927" y="129748"/>
                      <a:pt x="0" y="117821"/>
                      <a:pt x="0" y="103108"/>
                    </a:cubicBezTo>
                    <a:lnTo>
                      <a:pt x="0" y="26640"/>
                    </a:lnTo>
                    <a:cubicBezTo>
                      <a:pt x="0" y="11927"/>
                      <a:pt x="11927" y="0"/>
                      <a:pt x="26640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659532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1832"/>
              <a:ext cx="3874785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PR을 통해 copilot의 작업이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반영되어 contributors에 추가됨</a:t>
              </a:r>
            </a:p>
          </p:txBody>
        </p:sp>
      </p:grp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>
  <p:cSld>
    <p:bg>
      <p:bgPr>
        <a:solidFill>
          <a:srgbClr val="3C54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5299075"/>
            <a:ext cx="1828800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Actions로 자동화하기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06053" y="2898775"/>
            <a:ext cx="827589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b="true">
                <a:solidFill>
                  <a:srgbClr val="F5F8FA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9144000" y="1028700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9163050" y="7548543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8457686" y="7568500"/>
            <a:ext cx="7517323" cy="952500"/>
            <a:chOff x="0" y="0"/>
            <a:chExt cx="10023098" cy="127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35" y="0"/>
              <a:ext cx="10023062" cy="1270000"/>
              <a:chOff x="0" y="0"/>
              <a:chExt cx="1979864" cy="25086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79864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979864">
                    <a:moveTo>
                      <a:pt x="102988" y="0"/>
                    </a:moveTo>
                    <a:lnTo>
                      <a:pt x="1876876" y="0"/>
                    </a:lnTo>
                    <a:cubicBezTo>
                      <a:pt x="1904190" y="0"/>
                      <a:pt x="1930386" y="10850"/>
                      <a:pt x="1949700" y="30165"/>
                    </a:cubicBezTo>
                    <a:cubicBezTo>
                      <a:pt x="1969014" y="49479"/>
                      <a:pt x="1979864" y="75674"/>
                      <a:pt x="1979864" y="102988"/>
                    </a:cubicBezTo>
                    <a:lnTo>
                      <a:pt x="1979864" y="147876"/>
                    </a:lnTo>
                    <a:cubicBezTo>
                      <a:pt x="1979864" y="204755"/>
                      <a:pt x="1933755" y="250864"/>
                      <a:pt x="1876876" y="250864"/>
                    </a:cubicBezTo>
                    <a:lnTo>
                      <a:pt x="102988" y="250864"/>
                    </a:lnTo>
                    <a:cubicBezTo>
                      <a:pt x="75674" y="250864"/>
                      <a:pt x="49479" y="240014"/>
                      <a:pt x="30165" y="220700"/>
                    </a:cubicBezTo>
                    <a:cubicBezTo>
                      <a:pt x="10850" y="201386"/>
                      <a:pt x="0" y="175190"/>
                      <a:pt x="0" y="147876"/>
                    </a:cubicBezTo>
                    <a:lnTo>
                      <a:pt x="0" y="102988"/>
                    </a:lnTo>
                    <a:cubicBezTo>
                      <a:pt x="0" y="75674"/>
                      <a:pt x="10850" y="49479"/>
                      <a:pt x="30165" y="30165"/>
                    </a:cubicBezTo>
                    <a:cubicBezTo>
                      <a:pt x="49479" y="10850"/>
                      <a:pt x="75674" y="0"/>
                      <a:pt x="10298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1979864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247861"/>
              <a:ext cx="1002309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개발의 워크플로우를 자동화하는 도구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466092" y="3858057"/>
            <a:ext cx="3812102" cy="3812102"/>
          </a:xfrm>
          <a:custGeom>
            <a:avLst/>
            <a:gdLst/>
            <a:ahLst/>
            <a:cxnLst/>
            <a:rect r="r" b="b" t="t" l="l"/>
            <a:pathLst>
              <a:path h="3812102" w="3812102">
                <a:moveTo>
                  <a:pt x="0" y="0"/>
                </a:moveTo>
                <a:lnTo>
                  <a:pt x="3812103" y="0"/>
                </a:lnTo>
                <a:lnTo>
                  <a:pt x="3812103" y="3812103"/>
                </a:lnTo>
                <a:lnTo>
                  <a:pt x="0" y="38121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110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07104" y="4921183"/>
            <a:ext cx="6618441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GitHub에서 공식적으로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제공하는 CI/CD 도구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GitHub Actions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07127" y="6211504"/>
            <a:ext cx="6618441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특정 브랜치에서 특정 이벤트가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발생됐을 때 작업을 실행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111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025552" y="4987858"/>
            <a:ext cx="6381545" cy="952500"/>
            <a:chOff x="0" y="0"/>
            <a:chExt cx="8508727" cy="1270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빌드 및 배포 자동화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25574" y="6188008"/>
            <a:ext cx="6381545" cy="952500"/>
            <a:chOff x="0" y="0"/>
            <a:chExt cx="8508727" cy="1270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소스 코드 테스트 자동화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025574" y="7388158"/>
            <a:ext cx="6381545" cy="952500"/>
            <a:chOff x="0" y="0"/>
            <a:chExt cx="8508727" cy="1270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특정 이벤트 발생시 스크립트 실행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466092" y="3858057"/>
            <a:ext cx="3812102" cy="3812102"/>
          </a:xfrm>
          <a:custGeom>
            <a:avLst/>
            <a:gdLst/>
            <a:ahLst/>
            <a:cxnLst/>
            <a:rect r="r" b="b" t="t" l="l"/>
            <a:pathLst>
              <a:path h="3812102" w="3812102">
                <a:moveTo>
                  <a:pt x="0" y="0"/>
                </a:moveTo>
                <a:lnTo>
                  <a:pt x="3812103" y="0"/>
                </a:lnTo>
                <a:lnTo>
                  <a:pt x="3812103" y="3812103"/>
                </a:lnTo>
                <a:lnTo>
                  <a:pt x="0" y="38121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GitHub Actions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004934" y="2697163"/>
            <a:ext cx="14278131" cy="6335921"/>
          </a:xfrm>
          <a:custGeom>
            <a:avLst/>
            <a:gdLst/>
            <a:ahLst/>
            <a:cxnLst/>
            <a:rect r="r" b="b" t="t" l="l"/>
            <a:pathLst>
              <a:path h="6335921" w="14278131">
                <a:moveTo>
                  <a:pt x="0" y="0"/>
                </a:moveTo>
                <a:lnTo>
                  <a:pt x="14278132" y="0"/>
                </a:lnTo>
                <a:lnTo>
                  <a:pt x="14278132" y="6335921"/>
                </a:lnTo>
                <a:lnTo>
                  <a:pt x="0" y="63359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112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35461" y="4883984"/>
            <a:ext cx="2047465" cy="295483"/>
            <a:chOff x="0" y="0"/>
            <a:chExt cx="2729954" cy="39397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729954" cy="393978"/>
              <a:chOff x="0" y="0"/>
              <a:chExt cx="464669" cy="6705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64669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464669">
                    <a:moveTo>
                      <a:pt x="33530" y="0"/>
                    </a:moveTo>
                    <a:lnTo>
                      <a:pt x="431139" y="0"/>
                    </a:lnTo>
                    <a:cubicBezTo>
                      <a:pt x="449657" y="0"/>
                      <a:pt x="464669" y="15012"/>
                      <a:pt x="464669" y="33530"/>
                    </a:cubicBezTo>
                    <a:lnTo>
                      <a:pt x="464669" y="33530"/>
                    </a:lnTo>
                    <a:cubicBezTo>
                      <a:pt x="464669" y="52048"/>
                      <a:pt x="449657" y="67059"/>
                      <a:pt x="431139" y="67059"/>
                    </a:cubicBezTo>
                    <a:lnTo>
                      <a:pt x="33530" y="67059"/>
                    </a:lnTo>
                    <a:cubicBezTo>
                      <a:pt x="15012" y="67059"/>
                      <a:pt x="0" y="52048"/>
                      <a:pt x="0" y="33530"/>
                    </a:cubicBezTo>
                    <a:lnTo>
                      <a:pt x="0" y="33530"/>
                    </a:lnTo>
                    <a:cubicBezTo>
                      <a:pt x="0" y="15012"/>
                      <a:pt x="15012" y="0"/>
                      <a:pt x="33530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64669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832"/>
              <a:ext cx="2729954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테스트 및 계획 자동화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262098" y="5965492"/>
            <a:ext cx="1092727" cy="295483"/>
            <a:chOff x="0" y="0"/>
            <a:chExt cx="1456969" cy="393978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456969" cy="393978"/>
              <a:chOff x="0" y="0"/>
              <a:chExt cx="247993" cy="6705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47993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247993">
                    <a:moveTo>
                      <a:pt x="33530" y="0"/>
                    </a:moveTo>
                    <a:lnTo>
                      <a:pt x="214463" y="0"/>
                    </a:lnTo>
                    <a:cubicBezTo>
                      <a:pt x="223356" y="0"/>
                      <a:pt x="231884" y="3533"/>
                      <a:pt x="238172" y="9821"/>
                    </a:cubicBezTo>
                    <a:cubicBezTo>
                      <a:pt x="244460" y="16109"/>
                      <a:pt x="247993" y="24637"/>
                      <a:pt x="247993" y="33530"/>
                    </a:cubicBezTo>
                    <a:lnTo>
                      <a:pt x="247993" y="33530"/>
                    </a:lnTo>
                    <a:cubicBezTo>
                      <a:pt x="247993" y="52048"/>
                      <a:pt x="232981" y="67059"/>
                      <a:pt x="214463" y="67059"/>
                    </a:cubicBezTo>
                    <a:lnTo>
                      <a:pt x="33530" y="67059"/>
                    </a:lnTo>
                    <a:cubicBezTo>
                      <a:pt x="15012" y="67059"/>
                      <a:pt x="0" y="52048"/>
                      <a:pt x="0" y="33530"/>
                    </a:cubicBezTo>
                    <a:lnTo>
                      <a:pt x="0" y="33530"/>
                    </a:lnTo>
                    <a:cubicBezTo>
                      <a:pt x="0" y="15012"/>
                      <a:pt x="15012" y="0"/>
                      <a:pt x="33530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247993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1832"/>
              <a:ext cx="1456969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배포 자동화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52463" y="8953292"/>
            <a:ext cx="2002612" cy="295483"/>
            <a:chOff x="0" y="0"/>
            <a:chExt cx="2670149" cy="393978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2670149" cy="393978"/>
              <a:chOff x="0" y="0"/>
              <a:chExt cx="454490" cy="6705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54490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454490">
                    <a:moveTo>
                      <a:pt x="33530" y="0"/>
                    </a:moveTo>
                    <a:lnTo>
                      <a:pt x="420960" y="0"/>
                    </a:lnTo>
                    <a:cubicBezTo>
                      <a:pt x="439478" y="0"/>
                      <a:pt x="454490" y="15012"/>
                      <a:pt x="454490" y="33530"/>
                    </a:cubicBezTo>
                    <a:lnTo>
                      <a:pt x="454490" y="33530"/>
                    </a:lnTo>
                    <a:cubicBezTo>
                      <a:pt x="454490" y="52048"/>
                      <a:pt x="439478" y="67059"/>
                      <a:pt x="420960" y="67059"/>
                    </a:cubicBezTo>
                    <a:lnTo>
                      <a:pt x="33530" y="67059"/>
                    </a:lnTo>
                    <a:cubicBezTo>
                      <a:pt x="15012" y="67059"/>
                      <a:pt x="0" y="52048"/>
                      <a:pt x="0" y="33530"/>
                    </a:cubicBezTo>
                    <a:lnTo>
                      <a:pt x="0" y="33530"/>
                    </a:lnTo>
                    <a:cubicBezTo>
                      <a:pt x="0" y="15012"/>
                      <a:pt x="15012" y="0"/>
                      <a:pt x="33530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454490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0" y="1832"/>
              <a:ext cx="2670149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코드 품질 검사 자동화</a:t>
              </a:r>
            </a:p>
          </p:txBody>
        </p:sp>
      </p:grp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33633" y="3006142"/>
            <a:ext cx="7420734" cy="4758545"/>
          </a:xfrm>
          <a:custGeom>
            <a:avLst/>
            <a:gdLst/>
            <a:ahLst/>
            <a:cxnLst/>
            <a:rect r="r" b="b" t="t" l="l"/>
            <a:pathLst>
              <a:path h="4758545" w="7420734">
                <a:moveTo>
                  <a:pt x="0" y="0"/>
                </a:moveTo>
                <a:lnTo>
                  <a:pt x="7420734" y="0"/>
                </a:lnTo>
                <a:lnTo>
                  <a:pt x="7420734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113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Pull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165043" y="3496937"/>
            <a:ext cx="390557" cy="390135"/>
            <a:chOff x="0" y="0"/>
            <a:chExt cx="102863" cy="10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863" cy="102752"/>
            </a:xfrm>
            <a:custGeom>
              <a:avLst/>
              <a:gdLst/>
              <a:ahLst/>
              <a:cxnLst/>
              <a:rect r="r" b="b" t="t" l="l"/>
              <a:pathLst>
                <a:path h="102752" w="102863">
                  <a:moveTo>
                    <a:pt x="51376" y="0"/>
                  </a:moveTo>
                  <a:lnTo>
                    <a:pt x="51487" y="0"/>
                  </a:lnTo>
                  <a:cubicBezTo>
                    <a:pt x="79861" y="0"/>
                    <a:pt x="102863" y="23002"/>
                    <a:pt x="102863" y="51376"/>
                  </a:cubicBezTo>
                  <a:lnTo>
                    <a:pt x="102863" y="51376"/>
                  </a:lnTo>
                  <a:cubicBezTo>
                    <a:pt x="102863" y="79750"/>
                    <a:pt x="79861" y="102752"/>
                    <a:pt x="51487" y="102752"/>
                  </a:cubicBezTo>
                  <a:lnTo>
                    <a:pt x="51376" y="102752"/>
                  </a:lnTo>
                  <a:cubicBezTo>
                    <a:pt x="23002" y="102752"/>
                    <a:pt x="0" y="79750"/>
                    <a:pt x="0" y="51376"/>
                  </a:cubicBezTo>
                  <a:lnTo>
                    <a:pt x="0" y="51376"/>
                  </a:lnTo>
                  <a:cubicBezTo>
                    <a:pt x="0" y="23002"/>
                    <a:pt x="23002" y="0"/>
                    <a:pt x="513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2863" cy="159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 flipH="true" flipV="true">
            <a:off x="8625474" y="3829245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6" id="26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572859" y="3006142"/>
            <a:ext cx="7142282" cy="4758545"/>
          </a:xfrm>
          <a:custGeom>
            <a:avLst/>
            <a:gdLst/>
            <a:ahLst/>
            <a:cxnLst/>
            <a:rect r="r" b="b" t="t" l="l"/>
            <a:pathLst>
              <a:path h="4758545" w="7142282">
                <a:moveTo>
                  <a:pt x="0" y="0"/>
                </a:moveTo>
                <a:lnTo>
                  <a:pt x="7142282" y="0"/>
                </a:lnTo>
                <a:lnTo>
                  <a:pt x="7142282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5931320" y="3750666"/>
            <a:ext cx="2311650" cy="485284"/>
            <a:chOff x="0" y="0"/>
            <a:chExt cx="608830" cy="1278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8830" cy="127811"/>
            </a:xfrm>
            <a:custGeom>
              <a:avLst/>
              <a:gdLst/>
              <a:ahLst/>
              <a:cxnLst/>
              <a:rect r="r" b="b" t="t" l="l"/>
              <a:pathLst>
                <a:path h="127811" w="608830">
                  <a:moveTo>
                    <a:pt x="50236" y="0"/>
                  </a:moveTo>
                  <a:lnTo>
                    <a:pt x="558593" y="0"/>
                  </a:lnTo>
                  <a:cubicBezTo>
                    <a:pt x="571917" y="0"/>
                    <a:pt x="584695" y="5293"/>
                    <a:pt x="594116" y="14714"/>
                  </a:cubicBezTo>
                  <a:cubicBezTo>
                    <a:pt x="603537" y="24135"/>
                    <a:pt x="608830" y="36913"/>
                    <a:pt x="608830" y="50236"/>
                  </a:cubicBezTo>
                  <a:lnTo>
                    <a:pt x="608830" y="77575"/>
                  </a:lnTo>
                  <a:cubicBezTo>
                    <a:pt x="608830" y="90899"/>
                    <a:pt x="603537" y="103676"/>
                    <a:pt x="594116" y="113098"/>
                  </a:cubicBezTo>
                  <a:cubicBezTo>
                    <a:pt x="584695" y="122519"/>
                    <a:pt x="571917" y="127811"/>
                    <a:pt x="558593" y="127811"/>
                  </a:cubicBezTo>
                  <a:lnTo>
                    <a:pt x="50236" y="127811"/>
                  </a:lnTo>
                  <a:cubicBezTo>
                    <a:pt x="36913" y="127811"/>
                    <a:pt x="24135" y="122519"/>
                    <a:pt x="14714" y="113098"/>
                  </a:cubicBezTo>
                  <a:cubicBezTo>
                    <a:pt x="5293" y="103676"/>
                    <a:pt x="0" y="90899"/>
                    <a:pt x="0" y="77575"/>
                  </a:cubicBezTo>
                  <a:lnTo>
                    <a:pt x="0" y="50236"/>
                  </a:lnTo>
                  <a:cubicBezTo>
                    <a:pt x="0" y="36913"/>
                    <a:pt x="5293" y="24135"/>
                    <a:pt x="14714" y="14714"/>
                  </a:cubicBezTo>
                  <a:cubicBezTo>
                    <a:pt x="24135" y="5293"/>
                    <a:pt x="36913" y="0"/>
                    <a:pt x="502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08830" cy="184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114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2.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.github/workflows/actions.yml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파일 생성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653748" y="4295567"/>
            <a:ext cx="2866794" cy="847933"/>
            <a:chOff x="0" y="0"/>
            <a:chExt cx="3822392" cy="1130578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3822392" cy="1130578"/>
              <a:chOff x="0" y="0"/>
              <a:chExt cx="650615" cy="19243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50615" cy="192437"/>
              </a:xfrm>
              <a:custGeom>
                <a:avLst/>
                <a:gdLst/>
                <a:ahLst/>
                <a:cxnLst/>
                <a:rect r="r" b="b" t="t" l="l"/>
                <a:pathLst>
                  <a:path h="192437" w="650615">
                    <a:moveTo>
                      <a:pt x="27005" y="0"/>
                    </a:moveTo>
                    <a:lnTo>
                      <a:pt x="623609" y="0"/>
                    </a:lnTo>
                    <a:cubicBezTo>
                      <a:pt x="638524" y="0"/>
                      <a:pt x="650615" y="12091"/>
                      <a:pt x="650615" y="27005"/>
                    </a:cubicBezTo>
                    <a:lnTo>
                      <a:pt x="650615" y="165432"/>
                    </a:lnTo>
                    <a:cubicBezTo>
                      <a:pt x="650615" y="180346"/>
                      <a:pt x="638524" y="192437"/>
                      <a:pt x="623609" y="192437"/>
                    </a:cubicBezTo>
                    <a:lnTo>
                      <a:pt x="27005" y="192437"/>
                    </a:lnTo>
                    <a:cubicBezTo>
                      <a:pt x="12091" y="192437"/>
                      <a:pt x="0" y="180346"/>
                      <a:pt x="0" y="165432"/>
                    </a:cubicBezTo>
                    <a:lnTo>
                      <a:pt x="0" y="27005"/>
                    </a:lnTo>
                    <a:cubicBezTo>
                      <a:pt x="0" y="12091"/>
                      <a:pt x="12091" y="0"/>
                      <a:pt x="27005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650615" cy="249587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1832"/>
              <a:ext cx="3822392" cy="1088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.github 폴더 내에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workflows 폴더를 만든 후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actions.yml 파일을 생성해야 함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611001" y="3754340"/>
            <a:ext cx="1188422" cy="238968"/>
            <a:chOff x="0" y="0"/>
            <a:chExt cx="1584563" cy="318624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584563" cy="318624"/>
              <a:chOff x="0" y="0"/>
              <a:chExt cx="269711" cy="5423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69711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69711">
                    <a:moveTo>
                      <a:pt x="27117" y="0"/>
                    </a:moveTo>
                    <a:lnTo>
                      <a:pt x="242594" y="0"/>
                    </a:lnTo>
                    <a:cubicBezTo>
                      <a:pt x="249786" y="0"/>
                      <a:pt x="256683" y="2857"/>
                      <a:pt x="261768" y="7942"/>
                    </a:cubicBezTo>
                    <a:cubicBezTo>
                      <a:pt x="266854" y="13028"/>
                      <a:pt x="269711" y="19925"/>
                      <a:pt x="269711" y="27117"/>
                    </a:cubicBezTo>
                    <a:lnTo>
                      <a:pt x="269711" y="27117"/>
                    </a:lnTo>
                    <a:cubicBezTo>
                      <a:pt x="269711" y="34309"/>
                      <a:pt x="266854" y="41206"/>
                      <a:pt x="261768" y="46291"/>
                    </a:cubicBezTo>
                    <a:cubicBezTo>
                      <a:pt x="256683" y="51377"/>
                      <a:pt x="249786" y="54233"/>
                      <a:pt x="242594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269711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11357"/>
              <a:ext cx="1584563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워크플로우 이름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91156" y="4295567"/>
            <a:ext cx="1048330" cy="238968"/>
            <a:chOff x="0" y="0"/>
            <a:chExt cx="1397773" cy="318624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397773" cy="318624"/>
              <a:chOff x="0" y="0"/>
              <a:chExt cx="237917" cy="5423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37917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37917">
                    <a:moveTo>
                      <a:pt x="27117" y="0"/>
                    </a:moveTo>
                    <a:lnTo>
                      <a:pt x="210800" y="0"/>
                    </a:lnTo>
                    <a:cubicBezTo>
                      <a:pt x="217992" y="0"/>
                      <a:pt x="224889" y="2857"/>
                      <a:pt x="229975" y="7942"/>
                    </a:cubicBezTo>
                    <a:cubicBezTo>
                      <a:pt x="235060" y="13028"/>
                      <a:pt x="237917" y="19925"/>
                      <a:pt x="237917" y="27117"/>
                    </a:cubicBezTo>
                    <a:lnTo>
                      <a:pt x="237917" y="27117"/>
                    </a:lnTo>
                    <a:cubicBezTo>
                      <a:pt x="237917" y="34309"/>
                      <a:pt x="235060" y="41206"/>
                      <a:pt x="229975" y="46291"/>
                    </a:cubicBezTo>
                    <a:cubicBezTo>
                      <a:pt x="224889" y="51377"/>
                      <a:pt x="217992" y="54233"/>
                      <a:pt x="210800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237917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11357"/>
              <a:ext cx="1397773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트리거 이벤트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99750" y="4973773"/>
            <a:ext cx="811251" cy="238968"/>
            <a:chOff x="0" y="0"/>
            <a:chExt cx="1081668" cy="318624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1081668" cy="318624"/>
              <a:chOff x="0" y="0"/>
              <a:chExt cx="184112" cy="54233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84112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84112">
                    <a:moveTo>
                      <a:pt x="27117" y="0"/>
                    </a:moveTo>
                    <a:lnTo>
                      <a:pt x="156995" y="0"/>
                    </a:lnTo>
                    <a:cubicBezTo>
                      <a:pt x="164187" y="0"/>
                      <a:pt x="171084" y="2857"/>
                      <a:pt x="176170" y="7942"/>
                    </a:cubicBezTo>
                    <a:cubicBezTo>
                      <a:pt x="181255" y="13028"/>
                      <a:pt x="184112" y="19925"/>
                      <a:pt x="184112" y="27117"/>
                    </a:cubicBezTo>
                    <a:lnTo>
                      <a:pt x="184112" y="27117"/>
                    </a:lnTo>
                    <a:cubicBezTo>
                      <a:pt x="184112" y="34309"/>
                      <a:pt x="181255" y="41206"/>
                      <a:pt x="176170" y="46291"/>
                    </a:cubicBezTo>
                    <a:cubicBezTo>
                      <a:pt x="171084" y="51377"/>
                      <a:pt x="164187" y="54233"/>
                      <a:pt x="156995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184112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0" y="11357"/>
              <a:ext cx="1081668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작업 항목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611001" y="5212741"/>
            <a:ext cx="811251" cy="238968"/>
            <a:chOff x="0" y="0"/>
            <a:chExt cx="1081668" cy="318624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1081668" cy="318624"/>
              <a:chOff x="0" y="0"/>
              <a:chExt cx="184112" cy="54233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84112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184112">
                    <a:moveTo>
                      <a:pt x="27117" y="0"/>
                    </a:moveTo>
                    <a:lnTo>
                      <a:pt x="156995" y="0"/>
                    </a:lnTo>
                    <a:cubicBezTo>
                      <a:pt x="164187" y="0"/>
                      <a:pt x="171084" y="2857"/>
                      <a:pt x="176170" y="7942"/>
                    </a:cubicBezTo>
                    <a:cubicBezTo>
                      <a:pt x="181255" y="13028"/>
                      <a:pt x="184112" y="19925"/>
                      <a:pt x="184112" y="27117"/>
                    </a:cubicBezTo>
                    <a:lnTo>
                      <a:pt x="184112" y="27117"/>
                    </a:lnTo>
                    <a:cubicBezTo>
                      <a:pt x="184112" y="34309"/>
                      <a:pt x="181255" y="41206"/>
                      <a:pt x="176170" y="46291"/>
                    </a:cubicBezTo>
                    <a:cubicBezTo>
                      <a:pt x="171084" y="51377"/>
                      <a:pt x="164187" y="54233"/>
                      <a:pt x="156995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57150"/>
                <a:ext cx="184112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0" y="11357"/>
              <a:ext cx="1081668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구동 환경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05375" y="5618385"/>
            <a:ext cx="902849" cy="238968"/>
            <a:chOff x="0" y="0"/>
            <a:chExt cx="1203799" cy="318624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1203799" cy="318624"/>
              <a:chOff x="0" y="0"/>
              <a:chExt cx="204900" cy="54233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04900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04900">
                    <a:moveTo>
                      <a:pt x="27117" y="0"/>
                    </a:moveTo>
                    <a:lnTo>
                      <a:pt x="177784" y="0"/>
                    </a:lnTo>
                    <a:cubicBezTo>
                      <a:pt x="184975" y="0"/>
                      <a:pt x="191873" y="2857"/>
                      <a:pt x="196958" y="7942"/>
                    </a:cubicBezTo>
                    <a:cubicBezTo>
                      <a:pt x="202043" y="13028"/>
                      <a:pt x="204900" y="19925"/>
                      <a:pt x="204900" y="27117"/>
                    </a:cubicBezTo>
                    <a:lnTo>
                      <a:pt x="204900" y="27117"/>
                    </a:lnTo>
                    <a:cubicBezTo>
                      <a:pt x="204900" y="34309"/>
                      <a:pt x="202043" y="41206"/>
                      <a:pt x="196958" y="46291"/>
                    </a:cubicBezTo>
                    <a:cubicBezTo>
                      <a:pt x="191873" y="51377"/>
                      <a:pt x="184975" y="54233"/>
                      <a:pt x="177784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57150"/>
                <a:ext cx="204900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0" y="11357"/>
              <a:ext cx="1203799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부여된 권한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755300" y="6266372"/>
            <a:ext cx="1333903" cy="238968"/>
            <a:chOff x="0" y="0"/>
            <a:chExt cx="1778537" cy="318624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1778537" cy="318624"/>
              <a:chOff x="0" y="0"/>
              <a:chExt cx="302727" cy="54233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302727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302727">
                    <a:moveTo>
                      <a:pt x="27117" y="0"/>
                    </a:moveTo>
                    <a:lnTo>
                      <a:pt x="275610" y="0"/>
                    </a:lnTo>
                    <a:cubicBezTo>
                      <a:pt x="282802" y="0"/>
                      <a:pt x="289699" y="2857"/>
                      <a:pt x="294785" y="7942"/>
                    </a:cubicBezTo>
                    <a:cubicBezTo>
                      <a:pt x="299870" y="13028"/>
                      <a:pt x="302727" y="19925"/>
                      <a:pt x="302727" y="27117"/>
                    </a:cubicBezTo>
                    <a:lnTo>
                      <a:pt x="302727" y="27117"/>
                    </a:lnTo>
                    <a:cubicBezTo>
                      <a:pt x="302727" y="34309"/>
                      <a:pt x="299870" y="41206"/>
                      <a:pt x="294785" y="46291"/>
                    </a:cubicBezTo>
                    <a:cubicBezTo>
                      <a:pt x="289699" y="51377"/>
                      <a:pt x="282802" y="54233"/>
                      <a:pt x="275610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57150"/>
                <a:ext cx="302727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0" y="11357"/>
              <a:ext cx="1778537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단계별 실행할 작업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13660780" y="4712861"/>
            <a:ext cx="2383555" cy="2383555"/>
          </a:xfrm>
          <a:custGeom>
            <a:avLst/>
            <a:gdLst/>
            <a:ahLst/>
            <a:cxnLst/>
            <a:rect r="r" b="b" t="t" l="l"/>
            <a:pathLst>
              <a:path h="2383555" w="2383555">
                <a:moveTo>
                  <a:pt x="0" y="0"/>
                </a:moveTo>
                <a:lnTo>
                  <a:pt x="2383555" y="0"/>
                </a:lnTo>
                <a:lnTo>
                  <a:pt x="2383555" y="2383555"/>
                </a:lnTo>
                <a:lnTo>
                  <a:pt x="0" y="23835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952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63" id="63"/>
          <p:cNvGrpSpPr/>
          <p:nvPr/>
        </p:nvGrpSpPr>
        <p:grpSpPr>
          <a:xfrm rot="0">
            <a:off x="13879066" y="7331860"/>
            <a:ext cx="1946983" cy="432827"/>
            <a:chOff x="0" y="0"/>
            <a:chExt cx="1128460" cy="2508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28460" cy="250864"/>
            </a:xfrm>
            <a:custGeom>
              <a:avLst/>
              <a:gdLst/>
              <a:ahLst/>
              <a:cxnLst/>
              <a:rect r="r" b="b" t="t" l="l"/>
              <a:pathLst>
                <a:path h="250864" w="1128460">
                  <a:moveTo>
                    <a:pt x="125432" y="0"/>
                  </a:moveTo>
                  <a:lnTo>
                    <a:pt x="1003027" y="0"/>
                  </a:lnTo>
                  <a:cubicBezTo>
                    <a:pt x="1072302" y="0"/>
                    <a:pt x="1128460" y="56158"/>
                    <a:pt x="1128460" y="125432"/>
                  </a:cubicBezTo>
                  <a:lnTo>
                    <a:pt x="1128460" y="125432"/>
                  </a:lnTo>
                  <a:cubicBezTo>
                    <a:pt x="1128460" y="194706"/>
                    <a:pt x="1072302" y="250864"/>
                    <a:pt x="1003027" y="250864"/>
                  </a:cubicBezTo>
                  <a:lnTo>
                    <a:pt x="125432" y="250864"/>
                  </a:lnTo>
                  <a:cubicBezTo>
                    <a:pt x="56158" y="250864"/>
                    <a:pt x="0" y="194706"/>
                    <a:pt x="0" y="125432"/>
                  </a:cubicBezTo>
                  <a:lnTo>
                    <a:pt x="0" y="125432"/>
                  </a:lnTo>
                  <a:cubicBezTo>
                    <a:pt x="0" y="56158"/>
                    <a:pt x="56158" y="0"/>
                    <a:pt x="125432" y="0"/>
                  </a:cubicBezTo>
                  <a:close/>
                </a:path>
              </a:pathLst>
            </a:custGeom>
            <a:solidFill>
              <a:srgbClr val="DDE6ED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1128460" cy="308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3879060" y="7391432"/>
            <a:ext cx="1946990" cy="26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454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강의 자료 다운로드</a:t>
            </a:r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33633" y="3006142"/>
            <a:ext cx="7420734" cy="4758545"/>
          </a:xfrm>
          <a:custGeom>
            <a:avLst/>
            <a:gdLst/>
            <a:ahLst/>
            <a:cxnLst/>
            <a:rect r="r" b="b" t="t" l="l"/>
            <a:pathLst>
              <a:path h="4758545" w="7420734">
                <a:moveTo>
                  <a:pt x="0" y="0"/>
                </a:moveTo>
                <a:lnTo>
                  <a:pt x="7420734" y="0"/>
                </a:lnTo>
                <a:lnTo>
                  <a:pt x="7420734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0472671" y="5142773"/>
            <a:ext cx="2381696" cy="2478906"/>
            <a:chOff x="0" y="0"/>
            <a:chExt cx="627278" cy="6528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7278" cy="652880"/>
            </a:xfrm>
            <a:custGeom>
              <a:avLst/>
              <a:gdLst/>
              <a:ahLst/>
              <a:cxnLst/>
              <a:rect r="r" b="b" t="t" l="l"/>
              <a:pathLst>
                <a:path h="652880" w="627278">
                  <a:moveTo>
                    <a:pt x="48759" y="0"/>
                  </a:moveTo>
                  <a:lnTo>
                    <a:pt x="578519" y="0"/>
                  </a:lnTo>
                  <a:cubicBezTo>
                    <a:pt x="591451" y="0"/>
                    <a:pt x="603853" y="5137"/>
                    <a:pt x="612997" y="14281"/>
                  </a:cubicBezTo>
                  <a:cubicBezTo>
                    <a:pt x="622141" y="23425"/>
                    <a:pt x="627278" y="35827"/>
                    <a:pt x="627278" y="48759"/>
                  </a:cubicBezTo>
                  <a:lnTo>
                    <a:pt x="627278" y="604122"/>
                  </a:lnTo>
                  <a:cubicBezTo>
                    <a:pt x="627278" y="617053"/>
                    <a:pt x="622141" y="629455"/>
                    <a:pt x="612997" y="638599"/>
                  </a:cubicBezTo>
                  <a:cubicBezTo>
                    <a:pt x="603853" y="647743"/>
                    <a:pt x="591451" y="652880"/>
                    <a:pt x="578519" y="652880"/>
                  </a:cubicBezTo>
                  <a:lnTo>
                    <a:pt x="48759" y="652880"/>
                  </a:lnTo>
                  <a:cubicBezTo>
                    <a:pt x="35827" y="652880"/>
                    <a:pt x="23425" y="647743"/>
                    <a:pt x="14281" y="638599"/>
                  </a:cubicBezTo>
                  <a:cubicBezTo>
                    <a:pt x="5137" y="629455"/>
                    <a:pt x="0" y="617053"/>
                    <a:pt x="0" y="604122"/>
                  </a:cubicBezTo>
                  <a:lnTo>
                    <a:pt x="0" y="48759"/>
                  </a:lnTo>
                  <a:cubicBezTo>
                    <a:pt x="0" y="35827"/>
                    <a:pt x="5137" y="23425"/>
                    <a:pt x="14281" y="14281"/>
                  </a:cubicBezTo>
                  <a:cubicBezTo>
                    <a:pt x="23425" y="5137"/>
                    <a:pt x="35827" y="0"/>
                    <a:pt x="48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27278" cy="710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115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3. 변경점 커밋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33633" y="3006142"/>
            <a:ext cx="7420734" cy="4758545"/>
          </a:xfrm>
          <a:custGeom>
            <a:avLst/>
            <a:gdLst/>
            <a:ahLst/>
            <a:cxnLst/>
            <a:rect r="r" b="b" t="t" l="l"/>
            <a:pathLst>
              <a:path h="4758545" w="7420734">
                <a:moveTo>
                  <a:pt x="0" y="0"/>
                </a:moveTo>
                <a:lnTo>
                  <a:pt x="7420734" y="0"/>
                </a:lnTo>
                <a:lnTo>
                  <a:pt x="7420734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116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4.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Push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55568" y="3496937"/>
            <a:ext cx="390557" cy="390135"/>
            <a:chOff x="0" y="0"/>
            <a:chExt cx="102863" cy="102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863" cy="102752"/>
            </a:xfrm>
            <a:custGeom>
              <a:avLst/>
              <a:gdLst/>
              <a:ahLst/>
              <a:cxnLst/>
              <a:rect r="r" b="b" t="t" l="l"/>
              <a:pathLst>
                <a:path h="102752" w="102863">
                  <a:moveTo>
                    <a:pt x="51376" y="0"/>
                  </a:moveTo>
                  <a:lnTo>
                    <a:pt x="51487" y="0"/>
                  </a:lnTo>
                  <a:cubicBezTo>
                    <a:pt x="79861" y="0"/>
                    <a:pt x="102863" y="23002"/>
                    <a:pt x="102863" y="51376"/>
                  </a:cubicBezTo>
                  <a:lnTo>
                    <a:pt x="102863" y="51376"/>
                  </a:lnTo>
                  <a:cubicBezTo>
                    <a:pt x="102863" y="79750"/>
                    <a:pt x="79861" y="102752"/>
                    <a:pt x="51487" y="102752"/>
                  </a:cubicBezTo>
                  <a:lnTo>
                    <a:pt x="51376" y="102752"/>
                  </a:lnTo>
                  <a:cubicBezTo>
                    <a:pt x="23002" y="102752"/>
                    <a:pt x="0" y="79750"/>
                    <a:pt x="0" y="51376"/>
                  </a:cubicBezTo>
                  <a:lnTo>
                    <a:pt x="0" y="51376"/>
                  </a:lnTo>
                  <a:cubicBezTo>
                    <a:pt x="0" y="23002"/>
                    <a:pt x="23002" y="0"/>
                    <a:pt x="513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2863" cy="159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9015999" y="3829245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117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5. GitHub 리포지토리 접속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606068" y="4330099"/>
            <a:ext cx="261176" cy="264957"/>
            <a:chOff x="0" y="0"/>
            <a:chExt cx="68787" cy="697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787" cy="69783"/>
            </a:xfrm>
            <a:custGeom>
              <a:avLst/>
              <a:gdLst/>
              <a:ahLst/>
              <a:cxnLst/>
              <a:rect r="r" b="b" t="t" l="l"/>
              <a:pathLst>
                <a:path h="69783" w="68787">
                  <a:moveTo>
                    <a:pt x="34394" y="0"/>
                  </a:moveTo>
                  <a:lnTo>
                    <a:pt x="34394" y="0"/>
                  </a:lnTo>
                  <a:cubicBezTo>
                    <a:pt x="53389" y="0"/>
                    <a:pt x="68787" y="15398"/>
                    <a:pt x="68787" y="34394"/>
                  </a:cubicBezTo>
                  <a:lnTo>
                    <a:pt x="68787" y="35389"/>
                  </a:lnTo>
                  <a:cubicBezTo>
                    <a:pt x="68787" y="54384"/>
                    <a:pt x="53389" y="69783"/>
                    <a:pt x="34394" y="69783"/>
                  </a:cubicBezTo>
                  <a:lnTo>
                    <a:pt x="34394" y="69783"/>
                  </a:lnTo>
                  <a:cubicBezTo>
                    <a:pt x="15398" y="69783"/>
                    <a:pt x="0" y="54384"/>
                    <a:pt x="0" y="35389"/>
                  </a:cubicBezTo>
                  <a:lnTo>
                    <a:pt x="0" y="34394"/>
                  </a:lnTo>
                  <a:cubicBezTo>
                    <a:pt x="0" y="15398"/>
                    <a:pt x="15398" y="0"/>
                    <a:pt x="3439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8B6FF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8787" cy="126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13051" y="4309201"/>
            <a:ext cx="3331614" cy="571708"/>
            <a:chOff x="0" y="0"/>
            <a:chExt cx="4442152" cy="76227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442152" cy="762278"/>
              <a:chOff x="0" y="0"/>
              <a:chExt cx="756105" cy="12974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56105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756105">
                    <a:moveTo>
                      <a:pt x="23238" y="0"/>
                    </a:moveTo>
                    <a:lnTo>
                      <a:pt x="732867" y="0"/>
                    </a:lnTo>
                    <a:cubicBezTo>
                      <a:pt x="739030" y="0"/>
                      <a:pt x="744941" y="2448"/>
                      <a:pt x="749298" y="6806"/>
                    </a:cubicBezTo>
                    <a:cubicBezTo>
                      <a:pt x="753656" y="11164"/>
                      <a:pt x="756105" y="17075"/>
                      <a:pt x="756105" y="23238"/>
                    </a:cubicBezTo>
                    <a:lnTo>
                      <a:pt x="756105" y="106511"/>
                    </a:lnTo>
                    <a:cubicBezTo>
                      <a:pt x="756105" y="112674"/>
                      <a:pt x="753656" y="118584"/>
                      <a:pt x="749298" y="122942"/>
                    </a:cubicBezTo>
                    <a:cubicBezTo>
                      <a:pt x="744941" y="127300"/>
                      <a:pt x="739030" y="129748"/>
                      <a:pt x="732867" y="129748"/>
                    </a:cubicBezTo>
                    <a:lnTo>
                      <a:pt x="23238" y="129748"/>
                    </a:lnTo>
                    <a:cubicBezTo>
                      <a:pt x="17075" y="129748"/>
                      <a:pt x="11164" y="127300"/>
                      <a:pt x="6806" y="122942"/>
                    </a:cubicBezTo>
                    <a:cubicBezTo>
                      <a:pt x="2448" y="118584"/>
                      <a:pt x="0" y="112674"/>
                      <a:pt x="0" y="106511"/>
                    </a:cubicBezTo>
                    <a:lnTo>
                      <a:pt x="0" y="23238"/>
                    </a:lnTo>
                    <a:cubicBezTo>
                      <a:pt x="0" y="17075"/>
                      <a:pt x="2448" y="11164"/>
                      <a:pt x="6806" y="6806"/>
                    </a:cubicBezTo>
                    <a:cubicBezTo>
                      <a:pt x="11164" y="2448"/>
                      <a:pt x="17075" y="0"/>
                      <a:pt x="2323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756105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32"/>
              <a:ext cx="4442152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Action이 실행중이므로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CodeQL 때와 같이 실행 상태가 표시됨</a:t>
              </a:r>
            </a:p>
          </p:txBody>
        </p:sp>
      </p:grp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6419163" y="3564289"/>
            <a:ext cx="482156" cy="264957"/>
            <a:chOff x="0" y="0"/>
            <a:chExt cx="126988" cy="697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988" cy="69783"/>
            </a:xfrm>
            <a:custGeom>
              <a:avLst/>
              <a:gdLst/>
              <a:ahLst/>
              <a:cxnLst/>
              <a:rect r="r" b="b" t="t" l="l"/>
              <a:pathLst>
                <a:path h="69783" w="126988">
                  <a:moveTo>
                    <a:pt x="34891" y="0"/>
                  </a:moveTo>
                  <a:lnTo>
                    <a:pt x="92096" y="0"/>
                  </a:lnTo>
                  <a:cubicBezTo>
                    <a:pt x="101350" y="0"/>
                    <a:pt x="110225" y="3676"/>
                    <a:pt x="116768" y="10219"/>
                  </a:cubicBezTo>
                  <a:cubicBezTo>
                    <a:pt x="123311" y="16763"/>
                    <a:pt x="126988" y="25638"/>
                    <a:pt x="126988" y="34891"/>
                  </a:cubicBezTo>
                  <a:lnTo>
                    <a:pt x="126988" y="34891"/>
                  </a:lnTo>
                  <a:cubicBezTo>
                    <a:pt x="126988" y="54161"/>
                    <a:pt x="111366" y="69783"/>
                    <a:pt x="92096" y="69783"/>
                  </a:cubicBezTo>
                  <a:lnTo>
                    <a:pt x="34891" y="69783"/>
                  </a:lnTo>
                  <a:cubicBezTo>
                    <a:pt x="25638" y="69783"/>
                    <a:pt x="16763" y="66107"/>
                    <a:pt x="10219" y="59563"/>
                  </a:cubicBezTo>
                  <a:cubicBezTo>
                    <a:pt x="3676" y="53020"/>
                    <a:pt x="0" y="44145"/>
                    <a:pt x="0" y="34891"/>
                  </a:cubicBezTo>
                  <a:lnTo>
                    <a:pt x="0" y="34891"/>
                  </a:lnTo>
                  <a:cubicBezTo>
                    <a:pt x="0" y="25638"/>
                    <a:pt x="3676" y="16763"/>
                    <a:pt x="10219" y="10219"/>
                  </a:cubicBezTo>
                  <a:cubicBezTo>
                    <a:pt x="16763" y="3676"/>
                    <a:pt x="25638" y="0"/>
                    <a:pt x="3489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26988" cy="126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H="true" flipV="true">
            <a:off x="6910844" y="3785652"/>
            <a:ext cx="590128" cy="340711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118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6.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Actions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6609663" y="4391059"/>
            <a:ext cx="5393246" cy="428787"/>
            <a:chOff x="0" y="0"/>
            <a:chExt cx="1420443" cy="1129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20443" cy="112932"/>
            </a:xfrm>
            <a:custGeom>
              <a:avLst/>
              <a:gdLst/>
              <a:ahLst/>
              <a:cxnLst/>
              <a:rect r="r" b="b" t="t" l="l"/>
              <a:pathLst>
                <a:path h="112932" w="1420443">
                  <a:moveTo>
                    <a:pt x="21532" y="0"/>
                  </a:moveTo>
                  <a:lnTo>
                    <a:pt x="1398911" y="0"/>
                  </a:lnTo>
                  <a:cubicBezTo>
                    <a:pt x="1410803" y="0"/>
                    <a:pt x="1420443" y="9640"/>
                    <a:pt x="1420443" y="21532"/>
                  </a:cubicBezTo>
                  <a:lnTo>
                    <a:pt x="1420443" y="91399"/>
                  </a:lnTo>
                  <a:cubicBezTo>
                    <a:pt x="1420443" y="103291"/>
                    <a:pt x="1410803" y="112932"/>
                    <a:pt x="1398911" y="112932"/>
                  </a:cubicBezTo>
                  <a:lnTo>
                    <a:pt x="21532" y="112932"/>
                  </a:lnTo>
                  <a:cubicBezTo>
                    <a:pt x="9640" y="112932"/>
                    <a:pt x="0" y="103291"/>
                    <a:pt x="0" y="91399"/>
                  </a:cubicBezTo>
                  <a:lnTo>
                    <a:pt x="0" y="21532"/>
                  </a:lnTo>
                  <a:cubicBezTo>
                    <a:pt x="0" y="9640"/>
                    <a:pt x="9640" y="0"/>
                    <a:pt x="2153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420443" cy="170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119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7.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actions.yml 파일 생성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항목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6668875" y="5099719"/>
            <a:ext cx="1243475" cy="310984"/>
            <a:chOff x="0" y="0"/>
            <a:chExt cx="327500" cy="819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7500" cy="81905"/>
            </a:xfrm>
            <a:custGeom>
              <a:avLst/>
              <a:gdLst/>
              <a:ahLst/>
              <a:cxnLst/>
              <a:rect r="r" b="b" t="t" l="l"/>
              <a:pathLst>
                <a:path h="81905" w="327500">
                  <a:moveTo>
                    <a:pt x="40953" y="0"/>
                  </a:moveTo>
                  <a:lnTo>
                    <a:pt x="286547" y="0"/>
                  </a:lnTo>
                  <a:cubicBezTo>
                    <a:pt x="297408" y="0"/>
                    <a:pt x="307825" y="4315"/>
                    <a:pt x="315505" y="11995"/>
                  </a:cubicBezTo>
                  <a:cubicBezTo>
                    <a:pt x="323185" y="19675"/>
                    <a:pt x="327500" y="30091"/>
                    <a:pt x="327500" y="40953"/>
                  </a:cubicBezTo>
                  <a:lnTo>
                    <a:pt x="327500" y="40953"/>
                  </a:lnTo>
                  <a:cubicBezTo>
                    <a:pt x="327500" y="63570"/>
                    <a:pt x="309165" y="81905"/>
                    <a:pt x="286547" y="81905"/>
                  </a:cubicBezTo>
                  <a:lnTo>
                    <a:pt x="40953" y="81905"/>
                  </a:lnTo>
                  <a:cubicBezTo>
                    <a:pt x="30091" y="81905"/>
                    <a:pt x="19675" y="77591"/>
                    <a:pt x="11995" y="69910"/>
                  </a:cubicBezTo>
                  <a:cubicBezTo>
                    <a:pt x="4315" y="62230"/>
                    <a:pt x="0" y="51814"/>
                    <a:pt x="0" y="40953"/>
                  </a:cubicBezTo>
                  <a:lnTo>
                    <a:pt x="0" y="40953"/>
                  </a:lnTo>
                  <a:cubicBezTo>
                    <a:pt x="0" y="30091"/>
                    <a:pt x="4315" y="19675"/>
                    <a:pt x="11995" y="11995"/>
                  </a:cubicBezTo>
                  <a:cubicBezTo>
                    <a:pt x="19675" y="4315"/>
                    <a:pt x="30091" y="0"/>
                    <a:pt x="409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27500" cy="139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120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8.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test-action 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항목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668875" y="5481799"/>
            <a:ext cx="1998825" cy="571708"/>
            <a:chOff x="0" y="0"/>
            <a:chExt cx="2665100" cy="76227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665100" cy="762278"/>
              <a:chOff x="0" y="0"/>
              <a:chExt cx="453630" cy="12974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53630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453630">
                    <a:moveTo>
                      <a:pt x="38732" y="0"/>
                    </a:moveTo>
                    <a:lnTo>
                      <a:pt x="414898" y="0"/>
                    </a:lnTo>
                    <a:cubicBezTo>
                      <a:pt x="425170" y="0"/>
                      <a:pt x="435022" y="4081"/>
                      <a:pt x="442286" y="11344"/>
                    </a:cubicBezTo>
                    <a:cubicBezTo>
                      <a:pt x="449550" y="18608"/>
                      <a:pt x="453630" y="28460"/>
                      <a:pt x="453630" y="38732"/>
                    </a:cubicBezTo>
                    <a:lnTo>
                      <a:pt x="453630" y="91016"/>
                    </a:lnTo>
                    <a:cubicBezTo>
                      <a:pt x="453630" y="112407"/>
                      <a:pt x="436289" y="129748"/>
                      <a:pt x="414898" y="129748"/>
                    </a:cubicBezTo>
                    <a:lnTo>
                      <a:pt x="38732" y="129748"/>
                    </a:lnTo>
                    <a:cubicBezTo>
                      <a:pt x="17341" y="129748"/>
                      <a:pt x="0" y="112407"/>
                      <a:pt x="0" y="91016"/>
                    </a:cubicBezTo>
                    <a:lnTo>
                      <a:pt x="0" y="38732"/>
                    </a:lnTo>
                    <a:cubicBezTo>
                      <a:pt x="0" y="17341"/>
                      <a:pt x="17341" y="0"/>
                      <a:pt x="3873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453630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32"/>
              <a:ext cx="2665100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작업 항목으로 작성한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이름과 단계가 표시됨</a:t>
              </a:r>
            </a:p>
          </p:txBody>
        </p:sp>
      </p:grp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6676958" y="5538854"/>
            <a:ext cx="1084525" cy="478017"/>
            <a:chOff x="0" y="0"/>
            <a:chExt cx="285636" cy="1258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5636" cy="125897"/>
            </a:xfrm>
            <a:custGeom>
              <a:avLst/>
              <a:gdLst/>
              <a:ahLst/>
              <a:cxnLst/>
              <a:rect r="r" b="b" t="t" l="l"/>
              <a:pathLst>
                <a:path h="125897" w="285636">
                  <a:moveTo>
                    <a:pt x="62949" y="0"/>
                  </a:moveTo>
                  <a:lnTo>
                    <a:pt x="222687" y="0"/>
                  </a:lnTo>
                  <a:cubicBezTo>
                    <a:pt x="239382" y="0"/>
                    <a:pt x="255394" y="6632"/>
                    <a:pt x="267199" y="18437"/>
                  </a:cubicBezTo>
                  <a:cubicBezTo>
                    <a:pt x="279004" y="30242"/>
                    <a:pt x="285636" y="46254"/>
                    <a:pt x="285636" y="62949"/>
                  </a:cubicBezTo>
                  <a:lnTo>
                    <a:pt x="285636" y="62949"/>
                  </a:lnTo>
                  <a:cubicBezTo>
                    <a:pt x="285636" y="97714"/>
                    <a:pt x="257453" y="125897"/>
                    <a:pt x="222687" y="125897"/>
                  </a:cubicBezTo>
                  <a:lnTo>
                    <a:pt x="62949" y="125897"/>
                  </a:lnTo>
                  <a:cubicBezTo>
                    <a:pt x="28183" y="125897"/>
                    <a:pt x="0" y="97714"/>
                    <a:pt x="0" y="62949"/>
                  </a:cubicBezTo>
                  <a:lnTo>
                    <a:pt x="0" y="62949"/>
                  </a:lnTo>
                  <a:cubicBezTo>
                    <a:pt x="0" y="28183"/>
                    <a:pt x="28183" y="0"/>
                    <a:pt x="62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85636" cy="183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121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9.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test-action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단계 실행 결과 확인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9789991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Actions로 자동화하기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04</a:t>
            </a:r>
          </a:p>
        </p:txBody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>
  <p:cSld>
    <p:bg>
      <p:bgPr>
        <a:solidFill>
          <a:srgbClr val="3C54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5299075"/>
            <a:ext cx="1828800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true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Secrets로 안전하게 보호하기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06053" y="2898775"/>
            <a:ext cx="8275894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b="true">
                <a:solidFill>
                  <a:srgbClr val="F5F8FA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9144000" y="1028700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 flipV="true">
            <a:off x="9163050" y="7548543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8457686" y="7568500"/>
            <a:ext cx="7517323" cy="952500"/>
            <a:chOff x="0" y="0"/>
            <a:chExt cx="10023098" cy="127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35" y="0"/>
              <a:ext cx="10023062" cy="1270000"/>
              <a:chOff x="0" y="0"/>
              <a:chExt cx="1979864" cy="25086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79864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979864">
                    <a:moveTo>
                      <a:pt x="102988" y="0"/>
                    </a:moveTo>
                    <a:lnTo>
                      <a:pt x="1876876" y="0"/>
                    </a:lnTo>
                    <a:cubicBezTo>
                      <a:pt x="1904190" y="0"/>
                      <a:pt x="1930386" y="10850"/>
                      <a:pt x="1949700" y="30165"/>
                    </a:cubicBezTo>
                    <a:cubicBezTo>
                      <a:pt x="1969014" y="49479"/>
                      <a:pt x="1979864" y="75674"/>
                      <a:pt x="1979864" y="102988"/>
                    </a:cubicBezTo>
                    <a:lnTo>
                      <a:pt x="1979864" y="147876"/>
                    </a:lnTo>
                    <a:cubicBezTo>
                      <a:pt x="1979864" y="204755"/>
                      <a:pt x="1933755" y="250864"/>
                      <a:pt x="1876876" y="250864"/>
                    </a:cubicBezTo>
                    <a:lnTo>
                      <a:pt x="102988" y="250864"/>
                    </a:lnTo>
                    <a:cubicBezTo>
                      <a:pt x="75674" y="250864"/>
                      <a:pt x="49479" y="240014"/>
                      <a:pt x="30165" y="220700"/>
                    </a:cubicBezTo>
                    <a:cubicBezTo>
                      <a:pt x="10850" y="201386"/>
                      <a:pt x="0" y="175190"/>
                      <a:pt x="0" y="147876"/>
                    </a:cubicBezTo>
                    <a:lnTo>
                      <a:pt x="0" y="102988"/>
                    </a:lnTo>
                    <a:cubicBezTo>
                      <a:pt x="0" y="75674"/>
                      <a:pt x="10850" y="49479"/>
                      <a:pt x="30165" y="30165"/>
                    </a:cubicBezTo>
                    <a:cubicBezTo>
                      <a:pt x="49479" y="10850"/>
                      <a:pt x="75674" y="0"/>
                      <a:pt x="10298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1979864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247861"/>
              <a:ext cx="10023098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민감한 정보를 안전하게 사용하기 위한 기능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627765" y="4024072"/>
            <a:ext cx="3488758" cy="3488758"/>
          </a:xfrm>
          <a:custGeom>
            <a:avLst/>
            <a:gdLst/>
            <a:ahLst/>
            <a:cxnLst/>
            <a:rect r="r" b="b" t="t" l="l"/>
            <a:pathLst>
              <a:path h="3488758" w="3488758">
                <a:moveTo>
                  <a:pt x="0" y="0"/>
                </a:moveTo>
                <a:lnTo>
                  <a:pt x="3488757" y="0"/>
                </a:lnTo>
                <a:lnTo>
                  <a:pt x="3488757" y="3488757"/>
                </a:lnTo>
                <a:lnTo>
                  <a:pt x="0" y="34887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123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07127" y="4921183"/>
            <a:ext cx="6618441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특정 값을 외부로부터 숨기기 위해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사용하는 GitHub 기능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GitHub Secrets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07127" y="6211504"/>
            <a:ext cx="6618441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API 키, 서버 주소, 계정 ID / PW 등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민감한 정보를 숨기기 위해 사용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255753" y="2958395"/>
            <a:ext cx="7776494" cy="5877102"/>
          </a:xfrm>
          <a:custGeom>
            <a:avLst/>
            <a:gdLst/>
            <a:ahLst/>
            <a:cxnLst/>
            <a:rect r="r" b="b" t="t" l="l"/>
            <a:pathLst>
              <a:path h="5877102" w="7776494">
                <a:moveTo>
                  <a:pt x="0" y="0"/>
                </a:moveTo>
                <a:lnTo>
                  <a:pt x="7776494" y="0"/>
                </a:lnTo>
                <a:lnTo>
                  <a:pt x="7776494" y="5877102"/>
                </a:lnTo>
                <a:lnTo>
                  <a:pt x="0" y="58771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5855320" y="3383471"/>
            <a:ext cx="7009405" cy="727826"/>
            <a:chOff x="0" y="0"/>
            <a:chExt cx="1846098" cy="1916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46098" cy="191691"/>
            </a:xfrm>
            <a:custGeom>
              <a:avLst/>
              <a:gdLst/>
              <a:ahLst/>
              <a:cxnLst/>
              <a:rect r="r" b="b" t="t" l="l"/>
              <a:pathLst>
                <a:path h="191691" w="1846098">
                  <a:moveTo>
                    <a:pt x="16568" y="0"/>
                  </a:moveTo>
                  <a:lnTo>
                    <a:pt x="1829531" y="0"/>
                  </a:lnTo>
                  <a:cubicBezTo>
                    <a:pt x="1833925" y="0"/>
                    <a:pt x="1838139" y="1746"/>
                    <a:pt x="1841246" y="4853"/>
                  </a:cubicBezTo>
                  <a:cubicBezTo>
                    <a:pt x="1844353" y="7960"/>
                    <a:pt x="1846098" y="12174"/>
                    <a:pt x="1846098" y="16568"/>
                  </a:cubicBezTo>
                  <a:lnTo>
                    <a:pt x="1846098" y="175123"/>
                  </a:lnTo>
                  <a:cubicBezTo>
                    <a:pt x="1846098" y="179517"/>
                    <a:pt x="1844353" y="183731"/>
                    <a:pt x="1841246" y="186838"/>
                  </a:cubicBezTo>
                  <a:cubicBezTo>
                    <a:pt x="1838139" y="189945"/>
                    <a:pt x="1833925" y="191691"/>
                    <a:pt x="1829531" y="191691"/>
                  </a:cubicBezTo>
                  <a:lnTo>
                    <a:pt x="16568" y="191691"/>
                  </a:lnTo>
                  <a:cubicBezTo>
                    <a:pt x="12174" y="191691"/>
                    <a:pt x="7960" y="189945"/>
                    <a:pt x="4853" y="186838"/>
                  </a:cubicBezTo>
                  <a:cubicBezTo>
                    <a:pt x="1746" y="183731"/>
                    <a:pt x="0" y="179517"/>
                    <a:pt x="0" y="175123"/>
                  </a:cubicBezTo>
                  <a:lnTo>
                    <a:pt x="0" y="16568"/>
                  </a:lnTo>
                  <a:cubicBezTo>
                    <a:pt x="0" y="12174"/>
                    <a:pt x="1746" y="7960"/>
                    <a:pt x="4853" y="4853"/>
                  </a:cubicBezTo>
                  <a:cubicBezTo>
                    <a:pt x="7960" y="1746"/>
                    <a:pt x="12174" y="0"/>
                    <a:pt x="165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846098" cy="248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27125" y="4225535"/>
            <a:ext cx="1806596" cy="295483"/>
            <a:chOff x="0" y="0"/>
            <a:chExt cx="2408795" cy="393978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408795" cy="393978"/>
              <a:chOff x="0" y="0"/>
              <a:chExt cx="410004" cy="6705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10004" cy="67059"/>
              </a:xfrm>
              <a:custGeom>
                <a:avLst/>
                <a:gdLst/>
                <a:ahLst/>
                <a:cxnLst/>
                <a:rect r="r" b="b" t="t" l="l"/>
                <a:pathLst>
                  <a:path h="67059" w="410004">
                    <a:moveTo>
                      <a:pt x="33530" y="0"/>
                    </a:moveTo>
                    <a:lnTo>
                      <a:pt x="376475" y="0"/>
                    </a:lnTo>
                    <a:cubicBezTo>
                      <a:pt x="394992" y="0"/>
                      <a:pt x="410004" y="15012"/>
                      <a:pt x="410004" y="33530"/>
                    </a:cubicBezTo>
                    <a:lnTo>
                      <a:pt x="410004" y="33530"/>
                    </a:lnTo>
                    <a:cubicBezTo>
                      <a:pt x="410004" y="52048"/>
                      <a:pt x="394992" y="67059"/>
                      <a:pt x="376475" y="67059"/>
                    </a:cubicBezTo>
                    <a:lnTo>
                      <a:pt x="33530" y="67059"/>
                    </a:lnTo>
                    <a:cubicBezTo>
                      <a:pt x="15012" y="67059"/>
                      <a:pt x="0" y="52048"/>
                      <a:pt x="0" y="33530"/>
                    </a:cubicBezTo>
                    <a:lnTo>
                      <a:pt x="0" y="33530"/>
                    </a:lnTo>
                    <a:cubicBezTo>
                      <a:pt x="0" y="15012"/>
                      <a:pt x="15012" y="0"/>
                      <a:pt x="33530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10004" cy="124209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832"/>
              <a:ext cx="2408795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하드 코딩된 API 키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-1254196">
            <a:off x="9978352" y="5273765"/>
            <a:ext cx="5402535" cy="1923576"/>
          </a:xfrm>
          <a:custGeom>
            <a:avLst/>
            <a:gdLst/>
            <a:ahLst/>
            <a:cxnLst/>
            <a:rect r="r" b="b" t="t" l="l"/>
            <a:pathLst>
              <a:path h="1923576" w="5402535">
                <a:moveTo>
                  <a:pt x="0" y="0"/>
                </a:moveTo>
                <a:lnTo>
                  <a:pt x="5402535" y="0"/>
                </a:lnTo>
                <a:lnTo>
                  <a:pt x="5402535" y="1923575"/>
                </a:lnTo>
                <a:lnTo>
                  <a:pt x="0" y="192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58" t="-8316" r="-106326" b="-181768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9" id="29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124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3627765" y="4024072"/>
            <a:ext cx="3488758" cy="3488758"/>
          </a:xfrm>
          <a:custGeom>
            <a:avLst/>
            <a:gdLst/>
            <a:ahLst/>
            <a:cxnLst/>
            <a:rect r="r" b="b" t="t" l="l"/>
            <a:pathLst>
              <a:path h="3488758" w="3488758">
                <a:moveTo>
                  <a:pt x="0" y="0"/>
                </a:moveTo>
                <a:lnTo>
                  <a:pt x="3488757" y="0"/>
                </a:lnTo>
                <a:lnTo>
                  <a:pt x="3488757" y="3488757"/>
                </a:lnTo>
                <a:lnTo>
                  <a:pt x="0" y="34887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125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GitHub Secrets 작명 원칙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3739283">
            <a:off x="3519204" y="5691677"/>
            <a:ext cx="1702766" cy="1702766"/>
          </a:xfrm>
          <a:custGeom>
            <a:avLst/>
            <a:gdLst/>
            <a:ahLst/>
            <a:cxnLst/>
            <a:rect r="r" b="b" t="t" l="l"/>
            <a:pathLst>
              <a:path h="1702766" w="1702766">
                <a:moveTo>
                  <a:pt x="0" y="0"/>
                </a:moveTo>
                <a:lnTo>
                  <a:pt x="1702766" y="0"/>
                </a:lnTo>
                <a:lnTo>
                  <a:pt x="1702766" y="1702766"/>
                </a:lnTo>
                <a:lnTo>
                  <a:pt x="0" y="1702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025552" y="4987858"/>
            <a:ext cx="6381545" cy="952500"/>
            <a:chOff x="0" y="0"/>
            <a:chExt cx="8508727" cy="1270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영문 대문자만 사용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025574" y="6188008"/>
            <a:ext cx="6381545" cy="952500"/>
            <a:chOff x="0" y="0"/>
            <a:chExt cx="8508727" cy="1270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띄어쓰기는 _ 기호로 대체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25574" y="7388158"/>
            <a:ext cx="6381545" cy="952500"/>
            <a:chOff x="0" y="0"/>
            <a:chExt cx="8508727" cy="12700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알기 쉬운 유의미한 단어로 구성</a:t>
              </a:r>
            </a:p>
          </p:txBody>
        </p:sp>
      </p:grp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8907127" y="4714485"/>
            <a:ext cx="6618417" cy="16199"/>
          </a:xfrm>
          <a:prstGeom prst="line">
            <a:avLst/>
          </a:prstGeom>
          <a:ln cap="flat" w="19050">
            <a:solidFill>
              <a:srgbClr val="4D6B99">
                <a:alpha val="6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3627765" y="4024072"/>
            <a:ext cx="3488758" cy="3488758"/>
          </a:xfrm>
          <a:custGeom>
            <a:avLst/>
            <a:gdLst/>
            <a:ahLst/>
            <a:cxnLst/>
            <a:rect r="r" b="b" t="t" l="l"/>
            <a:pathLst>
              <a:path h="3488758" w="3488758">
                <a:moveTo>
                  <a:pt x="0" y="0"/>
                </a:moveTo>
                <a:lnTo>
                  <a:pt x="3488757" y="0"/>
                </a:lnTo>
                <a:lnTo>
                  <a:pt x="3488757" y="3488757"/>
                </a:lnTo>
                <a:lnTo>
                  <a:pt x="0" y="34887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07127" y="3762807"/>
            <a:ext cx="6618417" cy="69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GitHub Secrets 주의사항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25552" y="4987858"/>
            <a:ext cx="6381545" cy="952500"/>
            <a:chOff x="0" y="0"/>
            <a:chExt cx="8508727" cy="1270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30" y="0"/>
              <a:ext cx="8508697" cy="1270000"/>
              <a:chOff x="0" y="0"/>
              <a:chExt cx="1680730" cy="25086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680730" cy="250864"/>
              </a:xfrm>
              <a:custGeom>
                <a:avLst/>
                <a:gdLst/>
                <a:ahLst/>
                <a:cxnLst/>
                <a:rect r="r" b="b" t="t" l="l"/>
                <a:pathLst>
                  <a:path h="250864" w="1680730">
                    <a:moveTo>
                      <a:pt x="121318" y="0"/>
                    </a:moveTo>
                    <a:lnTo>
                      <a:pt x="1559413" y="0"/>
                    </a:lnTo>
                    <a:cubicBezTo>
                      <a:pt x="1591588" y="0"/>
                      <a:pt x="1622446" y="12782"/>
                      <a:pt x="1645197" y="35533"/>
                    </a:cubicBezTo>
                    <a:cubicBezTo>
                      <a:pt x="1667949" y="58285"/>
                      <a:pt x="1680730" y="89142"/>
                      <a:pt x="1680730" y="121318"/>
                    </a:cubicBezTo>
                    <a:lnTo>
                      <a:pt x="1680730" y="129546"/>
                    </a:lnTo>
                    <a:cubicBezTo>
                      <a:pt x="1680730" y="161722"/>
                      <a:pt x="1667949" y="192580"/>
                      <a:pt x="1645197" y="215331"/>
                    </a:cubicBezTo>
                    <a:cubicBezTo>
                      <a:pt x="1622446" y="238083"/>
                      <a:pt x="1591588" y="250864"/>
                      <a:pt x="1559413" y="250864"/>
                    </a:cubicBezTo>
                    <a:lnTo>
                      <a:pt x="121318" y="250864"/>
                    </a:lnTo>
                    <a:cubicBezTo>
                      <a:pt x="89142" y="250864"/>
                      <a:pt x="58285" y="238083"/>
                      <a:pt x="35533" y="215331"/>
                    </a:cubicBezTo>
                    <a:cubicBezTo>
                      <a:pt x="12782" y="192580"/>
                      <a:pt x="0" y="161722"/>
                      <a:pt x="0" y="129546"/>
                    </a:cubicBezTo>
                    <a:lnTo>
                      <a:pt x="0" y="121318"/>
                    </a:lnTo>
                    <a:cubicBezTo>
                      <a:pt x="0" y="89142"/>
                      <a:pt x="12782" y="58285"/>
                      <a:pt x="35533" y="35533"/>
                    </a:cubicBezTo>
                    <a:cubicBezTo>
                      <a:pt x="58285" y="12782"/>
                      <a:pt x="89142" y="0"/>
                      <a:pt x="121318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1680730" cy="3080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247861"/>
              <a:ext cx="8508727" cy="707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한 번 입력한 값은 열람이 불가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25574" y="6188008"/>
            <a:ext cx="6381545" cy="1477928"/>
            <a:chOff x="0" y="0"/>
            <a:chExt cx="8508727" cy="197057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30" y="0"/>
              <a:ext cx="8508697" cy="1970571"/>
              <a:chOff x="0" y="0"/>
              <a:chExt cx="1680730" cy="38924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680730" cy="389249"/>
              </a:xfrm>
              <a:custGeom>
                <a:avLst/>
                <a:gdLst/>
                <a:ahLst/>
                <a:cxnLst/>
                <a:rect r="r" b="b" t="t" l="l"/>
                <a:pathLst>
                  <a:path h="389249" w="1680730">
                    <a:moveTo>
                      <a:pt x="60659" y="0"/>
                    </a:moveTo>
                    <a:lnTo>
                      <a:pt x="1620071" y="0"/>
                    </a:lnTo>
                    <a:cubicBezTo>
                      <a:pt x="1636159" y="0"/>
                      <a:pt x="1651588" y="6391"/>
                      <a:pt x="1662964" y="17767"/>
                    </a:cubicBezTo>
                    <a:cubicBezTo>
                      <a:pt x="1674339" y="29142"/>
                      <a:pt x="1680730" y="44571"/>
                      <a:pt x="1680730" y="60659"/>
                    </a:cubicBezTo>
                    <a:lnTo>
                      <a:pt x="1680730" y="328590"/>
                    </a:lnTo>
                    <a:cubicBezTo>
                      <a:pt x="1680730" y="344677"/>
                      <a:pt x="1674339" y="360106"/>
                      <a:pt x="1662964" y="371482"/>
                    </a:cubicBezTo>
                    <a:cubicBezTo>
                      <a:pt x="1651588" y="382858"/>
                      <a:pt x="1636159" y="389249"/>
                      <a:pt x="1620071" y="389249"/>
                    </a:cubicBezTo>
                    <a:lnTo>
                      <a:pt x="60659" y="389249"/>
                    </a:lnTo>
                    <a:cubicBezTo>
                      <a:pt x="44571" y="389249"/>
                      <a:pt x="29142" y="382858"/>
                      <a:pt x="17767" y="371482"/>
                    </a:cubicBezTo>
                    <a:cubicBezTo>
                      <a:pt x="6391" y="360106"/>
                      <a:pt x="0" y="344677"/>
                      <a:pt x="0" y="328590"/>
                    </a:cubicBezTo>
                    <a:lnTo>
                      <a:pt x="0" y="60659"/>
                    </a:lnTo>
                    <a:cubicBezTo>
                      <a:pt x="0" y="44571"/>
                      <a:pt x="6391" y="29142"/>
                      <a:pt x="17767" y="17767"/>
                    </a:cubicBezTo>
                    <a:cubicBezTo>
                      <a:pt x="29142" y="6391"/>
                      <a:pt x="44571" y="0"/>
                      <a:pt x="60659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1680730" cy="4463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223497"/>
              <a:ext cx="8508727" cy="1456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 b="true">
                  <a:solidFill>
                    <a:srgbClr val="FF3131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Secrets는 무적이 아님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항상 다른 취약점이 없는지 검토할 것</a:t>
              </a:r>
            </a:p>
          </p:txBody>
        </p:sp>
      </p:grp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127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1. GitHub 리포지토리 접속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</p:spTree>
  </p:cSld>
  <p:clrMapOvr>
    <a:masterClrMapping/>
  </p:clrMapOvr>
</p:sld>
</file>

<file path=ppt/slides/slide1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128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7930909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2.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Settings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330126" y="3568159"/>
            <a:ext cx="507294" cy="270352"/>
            <a:chOff x="0" y="0"/>
            <a:chExt cx="133608" cy="712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3608" cy="71204"/>
            </a:xfrm>
            <a:custGeom>
              <a:avLst/>
              <a:gdLst/>
              <a:ahLst/>
              <a:cxnLst/>
              <a:rect r="r" b="b" t="t" l="l"/>
              <a:pathLst>
                <a:path h="71204" w="133608">
                  <a:moveTo>
                    <a:pt x="35602" y="0"/>
                  </a:moveTo>
                  <a:lnTo>
                    <a:pt x="98006" y="0"/>
                  </a:lnTo>
                  <a:cubicBezTo>
                    <a:pt x="107449" y="0"/>
                    <a:pt x="116504" y="3751"/>
                    <a:pt x="123181" y="10428"/>
                  </a:cubicBezTo>
                  <a:cubicBezTo>
                    <a:pt x="129857" y="17104"/>
                    <a:pt x="133608" y="26160"/>
                    <a:pt x="133608" y="35602"/>
                  </a:cubicBezTo>
                  <a:lnTo>
                    <a:pt x="133608" y="35602"/>
                  </a:lnTo>
                  <a:cubicBezTo>
                    <a:pt x="133608" y="45044"/>
                    <a:pt x="129857" y="54100"/>
                    <a:pt x="123181" y="60776"/>
                  </a:cubicBezTo>
                  <a:cubicBezTo>
                    <a:pt x="116504" y="67453"/>
                    <a:pt x="107449" y="71204"/>
                    <a:pt x="98006" y="71204"/>
                  </a:cubicBezTo>
                  <a:lnTo>
                    <a:pt x="35602" y="71204"/>
                  </a:lnTo>
                  <a:cubicBezTo>
                    <a:pt x="26160" y="71204"/>
                    <a:pt x="17104" y="67453"/>
                    <a:pt x="10428" y="60776"/>
                  </a:cubicBezTo>
                  <a:cubicBezTo>
                    <a:pt x="3751" y="54100"/>
                    <a:pt x="0" y="45044"/>
                    <a:pt x="0" y="35602"/>
                  </a:cubicBezTo>
                  <a:lnTo>
                    <a:pt x="0" y="35602"/>
                  </a:lnTo>
                  <a:cubicBezTo>
                    <a:pt x="0" y="26160"/>
                    <a:pt x="3751" y="17104"/>
                    <a:pt x="10428" y="10428"/>
                  </a:cubicBezTo>
                  <a:cubicBezTo>
                    <a:pt x="17104" y="3751"/>
                    <a:pt x="26160" y="0"/>
                    <a:pt x="356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3608" cy="128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8888430" y="3805060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129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846972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3.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Secrets and variables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&gt;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Actions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27757" y="6295138"/>
            <a:ext cx="1377879" cy="376828"/>
            <a:chOff x="0" y="0"/>
            <a:chExt cx="362898" cy="992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2898" cy="99247"/>
            </a:xfrm>
            <a:custGeom>
              <a:avLst/>
              <a:gdLst/>
              <a:ahLst/>
              <a:cxnLst/>
              <a:rect r="r" b="b" t="t" l="l"/>
              <a:pathLst>
                <a:path h="99247" w="362898">
                  <a:moveTo>
                    <a:pt x="49623" y="0"/>
                  </a:moveTo>
                  <a:lnTo>
                    <a:pt x="313275" y="0"/>
                  </a:lnTo>
                  <a:cubicBezTo>
                    <a:pt x="340681" y="0"/>
                    <a:pt x="362898" y="22217"/>
                    <a:pt x="362898" y="49623"/>
                  </a:cubicBezTo>
                  <a:lnTo>
                    <a:pt x="362898" y="49623"/>
                  </a:lnTo>
                  <a:cubicBezTo>
                    <a:pt x="362898" y="62784"/>
                    <a:pt x="357670" y="75406"/>
                    <a:pt x="348364" y="84712"/>
                  </a:cubicBezTo>
                  <a:cubicBezTo>
                    <a:pt x="339058" y="94019"/>
                    <a:pt x="326436" y="99247"/>
                    <a:pt x="313275" y="99247"/>
                  </a:cubicBezTo>
                  <a:lnTo>
                    <a:pt x="49623" y="99247"/>
                  </a:lnTo>
                  <a:cubicBezTo>
                    <a:pt x="22217" y="99247"/>
                    <a:pt x="0" y="77030"/>
                    <a:pt x="0" y="49623"/>
                  </a:cubicBezTo>
                  <a:lnTo>
                    <a:pt x="0" y="49623"/>
                  </a:lnTo>
                  <a:cubicBezTo>
                    <a:pt x="0" y="22217"/>
                    <a:pt x="22217" y="0"/>
                    <a:pt x="496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362898" cy="156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1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9083173" y="6141088"/>
            <a:ext cx="859093" cy="243167"/>
            <a:chOff x="0" y="0"/>
            <a:chExt cx="226263" cy="640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263" cy="64044"/>
            </a:xfrm>
            <a:custGeom>
              <a:avLst/>
              <a:gdLst/>
              <a:ahLst/>
              <a:cxnLst/>
              <a:rect r="r" b="b" t="t" l="l"/>
              <a:pathLst>
                <a:path h="64044" w="226263">
                  <a:moveTo>
                    <a:pt x="32022" y="0"/>
                  </a:moveTo>
                  <a:lnTo>
                    <a:pt x="194241" y="0"/>
                  </a:lnTo>
                  <a:cubicBezTo>
                    <a:pt x="211927" y="0"/>
                    <a:pt x="226263" y="14337"/>
                    <a:pt x="226263" y="32022"/>
                  </a:cubicBezTo>
                  <a:lnTo>
                    <a:pt x="226263" y="32022"/>
                  </a:lnTo>
                  <a:cubicBezTo>
                    <a:pt x="226263" y="49707"/>
                    <a:pt x="211927" y="64044"/>
                    <a:pt x="194241" y="64044"/>
                  </a:cubicBezTo>
                  <a:lnTo>
                    <a:pt x="32022" y="64044"/>
                  </a:lnTo>
                  <a:cubicBezTo>
                    <a:pt x="14337" y="64044"/>
                    <a:pt x="0" y="49707"/>
                    <a:pt x="0" y="32022"/>
                  </a:cubicBezTo>
                  <a:lnTo>
                    <a:pt x="0" y="32022"/>
                  </a:lnTo>
                  <a:cubicBezTo>
                    <a:pt x="0" y="14337"/>
                    <a:pt x="14337" y="0"/>
                    <a:pt x="3202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26263" cy="121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130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46972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4.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New repository secret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</p:spTree>
  </p:cSld>
  <p:clrMapOvr>
    <a:masterClrMapping/>
  </p:clrMapOvr>
</p:sld>
</file>

<file path=ppt/slides/slide1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88779" y="3006142"/>
            <a:ext cx="7920676" cy="4752406"/>
          </a:xfrm>
          <a:custGeom>
            <a:avLst/>
            <a:gdLst/>
            <a:ahLst/>
            <a:cxnLst/>
            <a:rect r="r" b="b" t="t" l="l"/>
            <a:pathLst>
              <a:path h="4752406" w="7920676">
                <a:moveTo>
                  <a:pt x="0" y="0"/>
                </a:moveTo>
                <a:lnTo>
                  <a:pt x="7920676" y="0"/>
                </a:lnTo>
                <a:lnTo>
                  <a:pt x="7920676" y="4752406"/>
                </a:lnTo>
                <a:lnTo>
                  <a:pt x="0" y="4752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131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624952" y="4182295"/>
            <a:ext cx="1048330" cy="238968"/>
            <a:chOff x="0" y="0"/>
            <a:chExt cx="1397773" cy="31862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397773" cy="318624"/>
              <a:chOff x="0" y="0"/>
              <a:chExt cx="237917" cy="5423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37917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37917">
                    <a:moveTo>
                      <a:pt x="27117" y="0"/>
                    </a:moveTo>
                    <a:lnTo>
                      <a:pt x="210800" y="0"/>
                    </a:lnTo>
                    <a:cubicBezTo>
                      <a:pt x="217992" y="0"/>
                      <a:pt x="224889" y="2857"/>
                      <a:pt x="229975" y="7942"/>
                    </a:cubicBezTo>
                    <a:cubicBezTo>
                      <a:pt x="235060" y="13028"/>
                      <a:pt x="237917" y="19925"/>
                      <a:pt x="237917" y="27117"/>
                    </a:cubicBezTo>
                    <a:lnTo>
                      <a:pt x="237917" y="27117"/>
                    </a:lnTo>
                    <a:cubicBezTo>
                      <a:pt x="237917" y="34309"/>
                      <a:pt x="235060" y="41206"/>
                      <a:pt x="229975" y="46291"/>
                    </a:cubicBezTo>
                    <a:cubicBezTo>
                      <a:pt x="224889" y="51377"/>
                      <a:pt x="217992" y="54233"/>
                      <a:pt x="210800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237917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1357"/>
              <a:ext cx="1397773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secret 이름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029756" y="4615609"/>
            <a:ext cx="1048330" cy="238968"/>
            <a:chOff x="0" y="0"/>
            <a:chExt cx="1397773" cy="31862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397773" cy="318624"/>
              <a:chOff x="0" y="0"/>
              <a:chExt cx="237917" cy="5423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37917" cy="54233"/>
              </a:xfrm>
              <a:custGeom>
                <a:avLst/>
                <a:gdLst/>
                <a:ahLst/>
                <a:cxnLst/>
                <a:rect r="r" b="b" t="t" l="l"/>
                <a:pathLst>
                  <a:path h="54233" w="237917">
                    <a:moveTo>
                      <a:pt x="27117" y="0"/>
                    </a:moveTo>
                    <a:lnTo>
                      <a:pt x="210800" y="0"/>
                    </a:lnTo>
                    <a:cubicBezTo>
                      <a:pt x="217992" y="0"/>
                      <a:pt x="224889" y="2857"/>
                      <a:pt x="229975" y="7942"/>
                    </a:cubicBezTo>
                    <a:cubicBezTo>
                      <a:pt x="235060" y="13028"/>
                      <a:pt x="237917" y="19925"/>
                      <a:pt x="237917" y="27117"/>
                    </a:cubicBezTo>
                    <a:lnTo>
                      <a:pt x="237917" y="27117"/>
                    </a:lnTo>
                    <a:cubicBezTo>
                      <a:pt x="237917" y="34309"/>
                      <a:pt x="235060" y="41206"/>
                      <a:pt x="229975" y="46291"/>
                    </a:cubicBezTo>
                    <a:cubicBezTo>
                      <a:pt x="224889" y="51377"/>
                      <a:pt x="217992" y="54233"/>
                      <a:pt x="210800" y="54233"/>
                    </a:cubicBezTo>
                    <a:lnTo>
                      <a:pt x="27117" y="54233"/>
                    </a:lnTo>
                    <a:cubicBezTo>
                      <a:pt x="19925" y="54233"/>
                      <a:pt x="13028" y="51377"/>
                      <a:pt x="7942" y="46291"/>
                    </a:cubicBezTo>
                    <a:cubicBezTo>
                      <a:pt x="2857" y="41206"/>
                      <a:pt x="0" y="34309"/>
                      <a:pt x="0" y="27117"/>
                    </a:cubicBezTo>
                    <a:lnTo>
                      <a:pt x="0" y="27117"/>
                    </a:lnTo>
                    <a:cubicBezTo>
                      <a:pt x="0" y="19925"/>
                      <a:pt x="2857" y="13028"/>
                      <a:pt x="7942" y="7942"/>
                    </a:cubicBezTo>
                    <a:cubicBezTo>
                      <a:pt x="13028" y="2857"/>
                      <a:pt x="19925" y="0"/>
                      <a:pt x="27117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237917" cy="111383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11357"/>
              <a:ext cx="1397773" cy="267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true">
                  <a:solidFill>
                    <a:srgbClr val="27374D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secret 값</a:t>
              </a:r>
            </a:p>
          </p:txBody>
        </p:sp>
      </p:grpSp>
    </p:spTree>
  </p:cSld>
  <p:clrMapOvr>
    <a:masterClrMapping/>
  </p:clrMapOvr>
</p:sld>
</file>

<file path=ppt/slides/slide1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88779" y="3006142"/>
            <a:ext cx="7920676" cy="4752406"/>
          </a:xfrm>
          <a:custGeom>
            <a:avLst/>
            <a:gdLst/>
            <a:ahLst/>
            <a:cxnLst/>
            <a:rect r="r" b="b" t="t" l="l"/>
            <a:pathLst>
              <a:path h="4752406" w="7920676">
                <a:moveTo>
                  <a:pt x="0" y="0"/>
                </a:moveTo>
                <a:lnTo>
                  <a:pt x="7920676" y="0"/>
                </a:lnTo>
                <a:lnTo>
                  <a:pt x="7920676" y="4752406"/>
                </a:lnTo>
                <a:lnTo>
                  <a:pt x="0" y="4752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7844923" y="5382345"/>
            <a:ext cx="550483" cy="252692"/>
            <a:chOff x="0" y="0"/>
            <a:chExt cx="144983" cy="665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983" cy="66553"/>
            </a:xfrm>
            <a:custGeom>
              <a:avLst/>
              <a:gdLst/>
              <a:ahLst/>
              <a:cxnLst/>
              <a:rect r="r" b="b" t="t" l="l"/>
              <a:pathLst>
                <a:path h="66553" w="144983">
                  <a:moveTo>
                    <a:pt x="33276" y="0"/>
                  </a:moveTo>
                  <a:lnTo>
                    <a:pt x="111707" y="0"/>
                  </a:lnTo>
                  <a:cubicBezTo>
                    <a:pt x="120532" y="0"/>
                    <a:pt x="128996" y="3506"/>
                    <a:pt x="135237" y="9746"/>
                  </a:cubicBezTo>
                  <a:cubicBezTo>
                    <a:pt x="141477" y="15987"/>
                    <a:pt x="144983" y="24451"/>
                    <a:pt x="144983" y="33276"/>
                  </a:cubicBezTo>
                  <a:lnTo>
                    <a:pt x="144983" y="33276"/>
                  </a:lnTo>
                  <a:cubicBezTo>
                    <a:pt x="144983" y="51654"/>
                    <a:pt x="130085" y="66553"/>
                    <a:pt x="111707" y="66553"/>
                  </a:cubicBezTo>
                  <a:lnTo>
                    <a:pt x="33276" y="66553"/>
                  </a:lnTo>
                  <a:cubicBezTo>
                    <a:pt x="14898" y="66553"/>
                    <a:pt x="0" y="51654"/>
                    <a:pt x="0" y="33276"/>
                  </a:cubicBezTo>
                  <a:lnTo>
                    <a:pt x="0" y="33276"/>
                  </a:lnTo>
                  <a:cubicBezTo>
                    <a:pt x="0" y="14898"/>
                    <a:pt x="14898" y="0"/>
                    <a:pt x="332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44983" cy="123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132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572248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5. secret 이름, 값 입력 후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Add secret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</p:spTree>
  </p:cSld>
  <p:clrMapOvr>
    <a:masterClrMapping/>
  </p:clrMapOvr>
</p:sld>
</file>

<file path=ppt/slides/slide1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88779" y="3006142"/>
            <a:ext cx="7920676" cy="4752406"/>
          </a:xfrm>
          <a:custGeom>
            <a:avLst/>
            <a:gdLst/>
            <a:ahLst/>
            <a:cxnLst/>
            <a:rect r="r" b="b" t="t" l="l"/>
            <a:pathLst>
              <a:path h="4752406" w="7920676">
                <a:moveTo>
                  <a:pt x="0" y="0"/>
                </a:moveTo>
                <a:lnTo>
                  <a:pt x="7920676" y="0"/>
                </a:lnTo>
                <a:lnTo>
                  <a:pt x="7920676" y="4752406"/>
                </a:lnTo>
                <a:lnTo>
                  <a:pt x="0" y="4752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7861359" y="6288482"/>
            <a:ext cx="3305965" cy="309267"/>
            <a:chOff x="0" y="0"/>
            <a:chExt cx="870707" cy="8145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0707" cy="81453"/>
            </a:xfrm>
            <a:custGeom>
              <a:avLst/>
              <a:gdLst/>
              <a:ahLst/>
              <a:cxnLst/>
              <a:rect r="r" b="b" t="t" l="l"/>
              <a:pathLst>
                <a:path h="81453" w="870707">
                  <a:moveTo>
                    <a:pt x="35127" y="0"/>
                  </a:moveTo>
                  <a:lnTo>
                    <a:pt x="835580" y="0"/>
                  </a:lnTo>
                  <a:cubicBezTo>
                    <a:pt x="854980" y="0"/>
                    <a:pt x="870707" y="15727"/>
                    <a:pt x="870707" y="35127"/>
                  </a:cubicBezTo>
                  <a:lnTo>
                    <a:pt x="870707" y="46326"/>
                  </a:lnTo>
                  <a:cubicBezTo>
                    <a:pt x="870707" y="65726"/>
                    <a:pt x="854980" y="81453"/>
                    <a:pt x="835580" y="81453"/>
                  </a:cubicBezTo>
                  <a:lnTo>
                    <a:pt x="35127" y="81453"/>
                  </a:lnTo>
                  <a:cubicBezTo>
                    <a:pt x="25811" y="81453"/>
                    <a:pt x="16876" y="77752"/>
                    <a:pt x="10288" y="71165"/>
                  </a:cubicBezTo>
                  <a:cubicBezTo>
                    <a:pt x="3701" y="64577"/>
                    <a:pt x="0" y="55642"/>
                    <a:pt x="0" y="46326"/>
                  </a:cubicBezTo>
                  <a:lnTo>
                    <a:pt x="0" y="35127"/>
                  </a:lnTo>
                  <a:cubicBezTo>
                    <a:pt x="0" y="15727"/>
                    <a:pt x="15727" y="0"/>
                    <a:pt x="351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70707" cy="138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133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572248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6. GitHub secret 생성 결과 확인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</p:spTree>
  </p:cSld>
  <p:clrMapOvr>
    <a:masterClrMapping/>
  </p:clrMapOvr>
</p:sld>
</file>

<file path=ppt/slides/slide1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577467" y="3006142"/>
            <a:ext cx="7133067" cy="4752406"/>
          </a:xfrm>
          <a:custGeom>
            <a:avLst/>
            <a:gdLst/>
            <a:ahLst/>
            <a:cxnLst/>
            <a:rect r="r" b="b" t="t" l="l"/>
            <a:pathLst>
              <a:path h="4752406" w="7133067">
                <a:moveTo>
                  <a:pt x="0" y="0"/>
                </a:moveTo>
                <a:lnTo>
                  <a:pt x="7133066" y="0"/>
                </a:lnTo>
                <a:lnTo>
                  <a:pt x="7133066" y="4752406"/>
                </a:lnTo>
                <a:lnTo>
                  <a:pt x="0" y="4752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8907104" y="6191495"/>
            <a:ext cx="2602368" cy="446665"/>
            <a:chOff x="0" y="0"/>
            <a:chExt cx="685397" cy="117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397" cy="117640"/>
            </a:xfrm>
            <a:custGeom>
              <a:avLst/>
              <a:gdLst/>
              <a:ahLst/>
              <a:cxnLst/>
              <a:rect r="r" b="b" t="t" l="l"/>
              <a:pathLst>
                <a:path h="117640" w="685397">
                  <a:moveTo>
                    <a:pt x="44624" y="0"/>
                  </a:moveTo>
                  <a:lnTo>
                    <a:pt x="640773" y="0"/>
                  </a:lnTo>
                  <a:cubicBezTo>
                    <a:pt x="665418" y="0"/>
                    <a:pt x="685397" y="19979"/>
                    <a:pt x="685397" y="44624"/>
                  </a:cubicBezTo>
                  <a:lnTo>
                    <a:pt x="685397" y="73016"/>
                  </a:lnTo>
                  <a:cubicBezTo>
                    <a:pt x="685397" y="84851"/>
                    <a:pt x="680696" y="96201"/>
                    <a:pt x="672327" y="104570"/>
                  </a:cubicBezTo>
                  <a:cubicBezTo>
                    <a:pt x="663958" y="112939"/>
                    <a:pt x="652608" y="117640"/>
                    <a:pt x="640773" y="117640"/>
                  </a:cubicBezTo>
                  <a:lnTo>
                    <a:pt x="44624" y="117640"/>
                  </a:lnTo>
                  <a:cubicBezTo>
                    <a:pt x="19979" y="117640"/>
                    <a:pt x="0" y="97661"/>
                    <a:pt x="0" y="73016"/>
                  </a:cubicBezTo>
                  <a:lnTo>
                    <a:pt x="0" y="44624"/>
                  </a:lnTo>
                  <a:cubicBezTo>
                    <a:pt x="0" y="19979"/>
                    <a:pt x="19979" y="0"/>
                    <a:pt x="446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85397" cy="174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134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572248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7.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actions.yml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파일 수정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447332" y="6715826"/>
            <a:ext cx="3521912" cy="571708"/>
            <a:chOff x="0" y="0"/>
            <a:chExt cx="4695882" cy="76227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695882" cy="762278"/>
              <a:chOff x="0" y="0"/>
              <a:chExt cx="799292" cy="12974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99292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799292">
                    <a:moveTo>
                      <a:pt x="21982" y="0"/>
                    </a:moveTo>
                    <a:lnTo>
                      <a:pt x="777310" y="0"/>
                    </a:lnTo>
                    <a:cubicBezTo>
                      <a:pt x="783140" y="0"/>
                      <a:pt x="788732" y="2316"/>
                      <a:pt x="792854" y="6438"/>
                    </a:cubicBezTo>
                    <a:cubicBezTo>
                      <a:pt x="796976" y="10561"/>
                      <a:pt x="799292" y="16152"/>
                      <a:pt x="799292" y="21982"/>
                    </a:cubicBezTo>
                    <a:lnTo>
                      <a:pt x="799292" y="107766"/>
                    </a:lnTo>
                    <a:cubicBezTo>
                      <a:pt x="799292" y="113596"/>
                      <a:pt x="796976" y="119187"/>
                      <a:pt x="792854" y="123310"/>
                    </a:cubicBezTo>
                    <a:cubicBezTo>
                      <a:pt x="788732" y="127432"/>
                      <a:pt x="783140" y="129748"/>
                      <a:pt x="777310" y="129748"/>
                    </a:cubicBezTo>
                    <a:lnTo>
                      <a:pt x="21982" y="129748"/>
                    </a:lnTo>
                    <a:cubicBezTo>
                      <a:pt x="9842" y="129748"/>
                      <a:pt x="0" y="119907"/>
                      <a:pt x="0" y="107766"/>
                    </a:cubicBezTo>
                    <a:lnTo>
                      <a:pt x="0" y="21982"/>
                    </a:lnTo>
                    <a:cubicBezTo>
                      <a:pt x="0" y="16152"/>
                      <a:pt x="2316" y="10561"/>
                      <a:pt x="6438" y="6438"/>
                    </a:cubicBezTo>
                    <a:cubicBezTo>
                      <a:pt x="10561" y="2316"/>
                      <a:pt x="16152" y="0"/>
                      <a:pt x="2198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799292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32"/>
              <a:ext cx="4695882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GitHub secrets는 워크플로우 파일에서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${{ secrets.이름 }} 형태로 참조 가능</a:t>
              </a:r>
            </a:p>
          </p:txBody>
        </p:sp>
      </p:grpSp>
    </p:spTree>
  </p:cSld>
  <p:clrMapOvr>
    <a:masterClrMapping/>
  </p:clrMapOvr>
</p:sld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33633" y="3006142"/>
            <a:ext cx="7420734" cy="4758545"/>
          </a:xfrm>
          <a:custGeom>
            <a:avLst/>
            <a:gdLst/>
            <a:ahLst/>
            <a:cxnLst/>
            <a:rect r="r" b="b" t="t" l="l"/>
            <a:pathLst>
              <a:path h="4758545" w="7420734">
                <a:moveTo>
                  <a:pt x="0" y="0"/>
                </a:moveTo>
                <a:lnTo>
                  <a:pt x="7420734" y="0"/>
                </a:lnTo>
                <a:lnTo>
                  <a:pt x="7420734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10472671" y="5142773"/>
            <a:ext cx="2381696" cy="2478906"/>
            <a:chOff x="0" y="0"/>
            <a:chExt cx="627278" cy="6528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7278" cy="652880"/>
            </a:xfrm>
            <a:custGeom>
              <a:avLst/>
              <a:gdLst/>
              <a:ahLst/>
              <a:cxnLst/>
              <a:rect r="r" b="b" t="t" l="l"/>
              <a:pathLst>
                <a:path h="652880" w="627278">
                  <a:moveTo>
                    <a:pt x="48759" y="0"/>
                  </a:moveTo>
                  <a:lnTo>
                    <a:pt x="578519" y="0"/>
                  </a:lnTo>
                  <a:cubicBezTo>
                    <a:pt x="591451" y="0"/>
                    <a:pt x="603853" y="5137"/>
                    <a:pt x="612997" y="14281"/>
                  </a:cubicBezTo>
                  <a:cubicBezTo>
                    <a:pt x="622141" y="23425"/>
                    <a:pt x="627278" y="35827"/>
                    <a:pt x="627278" y="48759"/>
                  </a:cubicBezTo>
                  <a:lnTo>
                    <a:pt x="627278" y="604122"/>
                  </a:lnTo>
                  <a:cubicBezTo>
                    <a:pt x="627278" y="617053"/>
                    <a:pt x="622141" y="629455"/>
                    <a:pt x="612997" y="638599"/>
                  </a:cubicBezTo>
                  <a:cubicBezTo>
                    <a:pt x="603853" y="647743"/>
                    <a:pt x="591451" y="652880"/>
                    <a:pt x="578519" y="652880"/>
                  </a:cubicBezTo>
                  <a:lnTo>
                    <a:pt x="48759" y="652880"/>
                  </a:lnTo>
                  <a:cubicBezTo>
                    <a:pt x="35827" y="652880"/>
                    <a:pt x="23425" y="647743"/>
                    <a:pt x="14281" y="638599"/>
                  </a:cubicBezTo>
                  <a:cubicBezTo>
                    <a:pt x="5137" y="629455"/>
                    <a:pt x="0" y="617053"/>
                    <a:pt x="0" y="604122"/>
                  </a:cubicBezTo>
                  <a:lnTo>
                    <a:pt x="0" y="48759"/>
                  </a:lnTo>
                  <a:cubicBezTo>
                    <a:pt x="0" y="35827"/>
                    <a:pt x="5137" y="23425"/>
                    <a:pt x="14281" y="14281"/>
                  </a:cubicBezTo>
                  <a:cubicBezTo>
                    <a:pt x="23425" y="5137"/>
                    <a:pt x="35827" y="0"/>
                    <a:pt x="48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27278" cy="710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135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8. 변경점 커밋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</p:spTree>
  </p:cSld>
  <p:clrMapOvr>
    <a:masterClrMapping/>
  </p:clrMapOvr>
</p:sld>
</file>

<file path=ppt/slides/slide1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33633" y="3006142"/>
            <a:ext cx="7420734" cy="4758545"/>
          </a:xfrm>
          <a:custGeom>
            <a:avLst/>
            <a:gdLst/>
            <a:ahLst/>
            <a:cxnLst/>
            <a:rect r="r" b="b" t="t" l="l"/>
            <a:pathLst>
              <a:path h="4758545" w="7420734">
                <a:moveTo>
                  <a:pt x="0" y="0"/>
                </a:moveTo>
                <a:lnTo>
                  <a:pt x="7420734" y="0"/>
                </a:lnTo>
                <a:lnTo>
                  <a:pt x="7420734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grpSp>
        <p:nvGrpSpPr>
          <p:cNvPr name="Group 20" id="20"/>
          <p:cNvGrpSpPr/>
          <p:nvPr/>
        </p:nvGrpSpPr>
        <p:grpSpPr>
          <a:xfrm rot="0">
            <a:off x="8555568" y="3496937"/>
            <a:ext cx="390557" cy="390135"/>
            <a:chOff x="0" y="0"/>
            <a:chExt cx="102863" cy="10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863" cy="102752"/>
            </a:xfrm>
            <a:custGeom>
              <a:avLst/>
              <a:gdLst/>
              <a:ahLst/>
              <a:cxnLst/>
              <a:rect r="r" b="b" t="t" l="l"/>
              <a:pathLst>
                <a:path h="102752" w="102863">
                  <a:moveTo>
                    <a:pt x="51376" y="0"/>
                  </a:moveTo>
                  <a:lnTo>
                    <a:pt x="51487" y="0"/>
                  </a:lnTo>
                  <a:cubicBezTo>
                    <a:pt x="79861" y="0"/>
                    <a:pt x="102863" y="23002"/>
                    <a:pt x="102863" y="51376"/>
                  </a:cubicBezTo>
                  <a:lnTo>
                    <a:pt x="102863" y="51376"/>
                  </a:lnTo>
                  <a:cubicBezTo>
                    <a:pt x="102863" y="79750"/>
                    <a:pt x="79861" y="102752"/>
                    <a:pt x="51487" y="102752"/>
                  </a:cubicBezTo>
                  <a:lnTo>
                    <a:pt x="51376" y="102752"/>
                  </a:lnTo>
                  <a:cubicBezTo>
                    <a:pt x="23002" y="102752"/>
                    <a:pt x="0" y="79750"/>
                    <a:pt x="0" y="51376"/>
                  </a:cubicBezTo>
                  <a:lnTo>
                    <a:pt x="0" y="51376"/>
                  </a:lnTo>
                  <a:cubicBezTo>
                    <a:pt x="0" y="23002"/>
                    <a:pt x="23002" y="0"/>
                    <a:pt x="513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2863" cy="159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H="true" flipV="true">
            <a:off x="9015999" y="3829245"/>
            <a:ext cx="672592" cy="444297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136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 9.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Push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</p:spTree>
  </p:cSld>
  <p:clrMapOvr>
    <a:masterClrMapping/>
  </p:clrMapOvr>
</p:sld>
</file>

<file path=ppt/slides/slide1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137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10. GitHub 리포지토리 접속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</p:spTree>
  </p:cSld>
  <p:clrMapOvr>
    <a:masterClrMapping/>
  </p:clrMapOvr>
</p:sld>
</file>

<file path=ppt/slides/slide1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138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19163" y="3564289"/>
            <a:ext cx="482156" cy="264957"/>
            <a:chOff x="0" y="0"/>
            <a:chExt cx="126988" cy="697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988" cy="69783"/>
            </a:xfrm>
            <a:custGeom>
              <a:avLst/>
              <a:gdLst/>
              <a:ahLst/>
              <a:cxnLst/>
              <a:rect r="r" b="b" t="t" l="l"/>
              <a:pathLst>
                <a:path h="69783" w="126988">
                  <a:moveTo>
                    <a:pt x="34891" y="0"/>
                  </a:moveTo>
                  <a:lnTo>
                    <a:pt x="92096" y="0"/>
                  </a:lnTo>
                  <a:cubicBezTo>
                    <a:pt x="101350" y="0"/>
                    <a:pt x="110225" y="3676"/>
                    <a:pt x="116768" y="10219"/>
                  </a:cubicBezTo>
                  <a:cubicBezTo>
                    <a:pt x="123311" y="16763"/>
                    <a:pt x="126988" y="25638"/>
                    <a:pt x="126988" y="34891"/>
                  </a:cubicBezTo>
                  <a:lnTo>
                    <a:pt x="126988" y="34891"/>
                  </a:lnTo>
                  <a:cubicBezTo>
                    <a:pt x="126988" y="54161"/>
                    <a:pt x="111366" y="69783"/>
                    <a:pt x="92096" y="69783"/>
                  </a:cubicBezTo>
                  <a:lnTo>
                    <a:pt x="34891" y="69783"/>
                  </a:lnTo>
                  <a:cubicBezTo>
                    <a:pt x="25638" y="69783"/>
                    <a:pt x="16763" y="66107"/>
                    <a:pt x="10219" y="59563"/>
                  </a:cubicBezTo>
                  <a:cubicBezTo>
                    <a:pt x="3676" y="53020"/>
                    <a:pt x="0" y="44145"/>
                    <a:pt x="0" y="34891"/>
                  </a:cubicBezTo>
                  <a:lnTo>
                    <a:pt x="0" y="34891"/>
                  </a:lnTo>
                  <a:cubicBezTo>
                    <a:pt x="0" y="25638"/>
                    <a:pt x="3676" y="16763"/>
                    <a:pt x="10219" y="10219"/>
                  </a:cubicBezTo>
                  <a:cubicBezTo>
                    <a:pt x="16763" y="3676"/>
                    <a:pt x="25638" y="0"/>
                    <a:pt x="3489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26988" cy="126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H="true" flipV="true">
            <a:off x="6910844" y="3785652"/>
            <a:ext cx="590128" cy="340711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11.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Actions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버튼 클릭</a:t>
            </a:r>
          </a:p>
        </p:txBody>
      </p:sp>
    </p:spTree>
  </p:cSld>
  <p:clrMapOvr>
    <a:masterClrMapping/>
  </p:clrMapOvr>
</p:sld>
</file>

<file path=ppt/slides/slide1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139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09663" y="4714713"/>
            <a:ext cx="5393246" cy="428787"/>
            <a:chOff x="0" y="0"/>
            <a:chExt cx="1420443" cy="1129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20443" cy="112932"/>
            </a:xfrm>
            <a:custGeom>
              <a:avLst/>
              <a:gdLst/>
              <a:ahLst/>
              <a:cxnLst/>
              <a:rect r="r" b="b" t="t" l="l"/>
              <a:pathLst>
                <a:path h="112932" w="1420443">
                  <a:moveTo>
                    <a:pt x="21532" y="0"/>
                  </a:moveTo>
                  <a:lnTo>
                    <a:pt x="1398911" y="0"/>
                  </a:lnTo>
                  <a:cubicBezTo>
                    <a:pt x="1410803" y="0"/>
                    <a:pt x="1420443" y="9640"/>
                    <a:pt x="1420443" y="21532"/>
                  </a:cubicBezTo>
                  <a:lnTo>
                    <a:pt x="1420443" y="91399"/>
                  </a:lnTo>
                  <a:cubicBezTo>
                    <a:pt x="1420443" y="103291"/>
                    <a:pt x="1410803" y="112932"/>
                    <a:pt x="1398911" y="112932"/>
                  </a:cubicBezTo>
                  <a:lnTo>
                    <a:pt x="21532" y="112932"/>
                  </a:lnTo>
                  <a:cubicBezTo>
                    <a:pt x="9640" y="112932"/>
                    <a:pt x="0" y="103291"/>
                    <a:pt x="0" y="91399"/>
                  </a:cubicBezTo>
                  <a:lnTo>
                    <a:pt x="0" y="21532"/>
                  </a:lnTo>
                  <a:cubicBezTo>
                    <a:pt x="0" y="9640"/>
                    <a:pt x="9640" y="0"/>
                    <a:pt x="2153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420443" cy="170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12.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actions.yml 파일 생성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항목 클릭</a:t>
            </a:r>
          </a:p>
        </p:txBody>
      </p:sp>
    </p:spTree>
  </p:cSld>
  <p:clrMapOvr>
    <a:masterClrMapping/>
  </p:clrMapOvr>
</p:sld>
</file>

<file path=ppt/slides/slide1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140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68875" y="5099719"/>
            <a:ext cx="1243475" cy="310984"/>
            <a:chOff x="0" y="0"/>
            <a:chExt cx="327500" cy="819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7500" cy="81905"/>
            </a:xfrm>
            <a:custGeom>
              <a:avLst/>
              <a:gdLst/>
              <a:ahLst/>
              <a:cxnLst/>
              <a:rect r="r" b="b" t="t" l="l"/>
              <a:pathLst>
                <a:path h="81905" w="327500">
                  <a:moveTo>
                    <a:pt x="40953" y="0"/>
                  </a:moveTo>
                  <a:lnTo>
                    <a:pt x="286547" y="0"/>
                  </a:lnTo>
                  <a:cubicBezTo>
                    <a:pt x="297408" y="0"/>
                    <a:pt x="307825" y="4315"/>
                    <a:pt x="315505" y="11995"/>
                  </a:cubicBezTo>
                  <a:cubicBezTo>
                    <a:pt x="323185" y="19675"/>
                    <a:pt x="327500" y="30091"/>
                    <a:pt x="327500" y="40953"/>
                  </a:cubicBezTo>
                  <a:lnTo>
                    <a:pt x="327500" y="40953"/>
                  </a:lnTo>
                  <a:cubicBezTo>
                    <a:pt x="327500" y="63570"/>
                    <a:pt x="309165" y="81905"/>
                    <a:pt x="286547" y="81905"/>
                  </a:cubicBezTo>
                  <a:lnTo>
                    <a:pt x="40953" y="81905"/>
                  </a:lnTo>
                  <a:cubicBezTo>
                    <a:pt x="30091" y="81905"/>
                    <a:pt x="19675" y="77591"/>
                    <a:pt x="11995" y="69910"/>
                  </a:cubicBezTo>
                  <a:cubicBezTo>
                    <a:pt x="4315" y="62230"/>
                    <a:pt x="0" y="51814"/>
                    <a:pt x="0" y="40953"/>
                  </a:cubicBezTo>
                  <a:lnTo>
                    <a:pt x="0" y="40953"/>
                  </a:lnTo>
                  <a:cubicBezTo>
                    <a:pt x="0" y="30091"/>
                    <a:pt x="4315" y="19675"/>
                    <a:pt x="11995" y="11995"/>
                  </a:cubicBezTo>
                  <a:cubicBezTo>
                    <a:pt x="19675" y="4315"/>
                    <a:pt x="30091" y="0"/>
                    <a:pt x="409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27500" cy="139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13.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test-action 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항목 클릭</a:t>
            </a:r>
          </a:p>
        </p:txBody>
      </p:sp>
    </p:spTree>
  </p:cSld>
  <p:clrMapOvr>
    <a:masterClrMapping/>
  </p:clrMapOvr>
</p:sld>
</file>

<file path=ppt/slides/slide1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178545" y="3006142"/>
            <a:ext cx="7930909" cy="4758545"/>
          </a:xfrm>
          <a:custGeom>
            <a:avLst/>
            <a:gdLst/>
            <a:ahLst/>
            <a:cxnLst/>
            <a:rect r="r" b="b" t="t" l="l"/>
            <a:pathLst>
              <a:path h="4758545" w="7930909">
                <a:moveTo>
                  <a:pt x="0" y="0"/>
                </a:moveTo>
                <a:lnTo>
                  <a:pt x="7930910" y="0"/>
                </a:lnTo>
                <a:lnTo>
                  <a:pt x="7930910" y="4758546"/>
                </a:lnTo>
                <a:lnTo>
                  <a:pt x="0" y="4758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141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78545" y="8013801"/>
            <a:ext cx="8320566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 14. </a:t>
            </a:r>
            <a:r>
              <a:rPr lang="en-US" sz="3199" b="true">
                <a:solidFill>
                  <a:srgbClr val="27374D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test-action</a:t>
            </a:r>
            <a:r>
              <a:rPr lang="en-US" sz="31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 단계 실행 결과 확인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76958" y="5538854"/>
            <a:ext cx="1084525" cy="478017"/>
            <a:chOff x="0" y="0"/>
            <a:chExt cx="285636" cy="1258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636" cy="125897"/>
            </a:xfrm>
            <a:custGeom>
              <a:avLst/>
              <a:gdLst/>
              <a:ahLst/>
              <a:cxnLst/>
              <a:rect r="r" b="b" t="t" l="l"/>
              <a:pathLst>
                <a:path h="125897" w="285636">
                  <a:moveTo>
                    <a:pt x="62949" y="0"/>
                  </a:moveTo>
                  <a:lnTo>
                    <a:pt x="222687" y="0"/>
                  </a:lnTo>
                  <a:cubicBezTo>
                    <a:pt x="239382" y="0"/>
                    <a:pt x="255394" y="6632"/>
                    <a:pt x="267199" y="18437"/>
                  </a:cubicBezTo>
                  <a:cubicBezTo>
                    <a:pt x="279004" y="30242"/>
                    <a:pt x="285636" y="46254"/>
                    <a:pt x="285636" y="62949"/>
                  </a:cubicBezTo>
                  <a:lnTo>
                    <a:pt x="285636" y="62949"/>
                  </a:lnTo>
                  <a:cubicBezTo>
                    <a:pt x="285636" y="97714"/>
                    <a:pt x="257453" y="125897"/>
                    <a:pt x="222687" y="125897"/>
                  </a:cubicBezTo>
                  <a:lnTo>
                    <a:pt x="62949" y="125897"/>
                  </a:lnTo>
                  <a:cubicBezTo>
                    <a:pt x="28183" y="125897"/>
                    <a:pt x="0" y="97714"/>
                    <a:pt x="0" y="62949"/>
                  </a:cubicBezTo>
                  <a:lnTo>
                    <a:pt x="0" y="62949"/>
                  </a:lnTo>
                  <a:cubicBezTo>
                    <a:pt x="0" y="28183"/>
                    <a:pt x="28183" y="0"/>
                    <a:pt x="629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3131"/>
              </a:solidFill>
              <a:prstDash val="dash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285636" cy="183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860022" y="5538854"/>
            <a:ext cx="3521912" cy="571708"/>
            <a:chOff x="0" y="0"/>
            <a:chExt cx="4695882" cy="76227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695882" cy="762278"/>
              <a:chOff x="0" y="0"/>
              <a:chExt cx="799292" cy="129748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99292" cy="129748"/>
              </a:xfrm>
              <a:custGeom>
                <a:avLst/>
                <a:gdLst/>
                <a:ahLst/>
                <a:cxnLst/>
                <a:rect r="r" b="b" t="t" l="l"/>
                <a:pathLst>
                  <a:path h="129748" w="799292">
                    <a:moveTo>
                      <a:pt x="21982" y="0"/>
                    </a:moveTo>
                    <a:lnTo>
                      <a:pt x="777310" y="0"/>
                    </a:lnTo>
                    <a:cubicBezTo>
                      <a:pt x="783140" y="0"/>
                      <a:pt x="788732" y="2316"/>
                      <a:pt x="792854" y="6438"/>
                    </a:cubicBezTo>
                    <a:cubicBezTo>
                      <a:pt x="796976" y="10561"/>
                      <a:pt x="799292" y="16152"/>
                      <a:pt x="799292" y="21982"/>
                    </a:cubicBezTo>
                    <a:lnTo>
                      <a:pt x="799292" y="107766"/>
                    </a:lnTo>
                    <a:cubicBezTo>
                      <a:pt x="799292" y="113596"/>
                      <a:pt x="796976" y="119187"/>
                      <a:pt x="792854" y="123310"/>
                    </a:cubicBezTo>
                    <a:cubicBezTo>
                      <a:pt x="788732" y="127432"/>
                      <a:pt x="783140" y="129748"/>
                      <a:pt x="777310" y="129748"/>
                    </a:cubicBezTo>
                    <a:lnTo>
                      <a:pt x="21982" y="129748"/>
                    </a:lnTo>
                    <a:cubicBezTo>
                      <a:pt x="9842" y="129748"/>
                      <a:pt x="0" y="119907"/>
                      <a:pt x="0" y="107766"/>
                    </a:cubicBezTo>
                    <a:lnTo>
                      <a:pt x="0" y="21982"/>
                    </a:lnTo>
                    <a:cubicBezTo>
                      <a:pt x="0" y="16152"/>
                      <a:pt x="2316" y="10561"/>
                      <a:pt x="6438" y="6438"/>
                    </a:cubicBezTo>
                    <a:cubicBezTo>
                      <a:pt x="10561" y="2316"/>
                      <a:pt x="16152" y="0"/>
                      <a:pt x="21982" y="0"/>
                    </a:cubicBezTo>
                    <a:close/>
                  </a:path>
                </a:pathLst>
              </a:custGeom>
              <a:solidFill>
                <a:srgbClr val="DDE6E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799292" cy="186898"/>
              </a:xfrm>
              <a:prstGeom prst="rect">
                <a:avLst/>
              </a:prstGeom>
            </p:spPr>
            <p:txBody>
              <a:bodyPr anchor="ctr" rtlCol="false" tIns="58954" lIns="58954" bIns="58954" rIns="58954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832"/>
              <a:ext cx="4695882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GitHub secrets는 기본적으로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27374D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외부 노출이 불가능하므로 ***로 표시됨</a:t>
              </a:r>
            </a:p>
          </p:txBody>
        </p:sp>
      </p:grpSp>
    </p:spTree>
  </p:cSld>
  <p:clrMapOvr>
    <a:masterClrMapping/>
  </p:clrMapOvr>
</p:sld>
</file>

<file path=ppt/slides/slide1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16027" y="-62745"/>
            <a:ext cx="20846261" cy="10455849"/>
            <a:chOff x="0" y="0"/>
            <a:chExt cx="27795014" cy="13941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95555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88391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0812271" y="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95555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88391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812271" y="6958390"/>
              <a:ext cx="6982743" cy="6982743"/>
            </a:xfrm>
            <a:custGeom>
              <a:avLst/>
              <a:gdLst/>
              <a:ahLst/>
              <a:cxnLst/>
              <a:rect r="r" b="b" t="t" l="l"/>
              <a:pathLst>
                <a:path h="6982743" w="6982743">
                  <a:moveTo>
                    <a:pt x="0" y="0"/>
                  </a:moveTo>
                  <a:lnTo>
                    <a:pt x="6982743" y="0"/>
                  </a:lnTo>
                  <a:lnTo>
                    <a:pt x="6982743" y="6982743"/>
                  </a:lnTo>
                  <a:lnTo>
                    <a:pt x="0" y="6982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3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0630" y="838519"/>
            <a:ext cx="16326741" cy="8681896"/>
            <a:chOff x="0" y="0"/>
            <a:chExt cx="21768988" cy="1157586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28188" y="147210"/>
              <a:ext cx="21640800" cy="11428651"/>
              <a:chOff x="0" y="0"/>
              <a:chExt cx="4274726" cy="22575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3C547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1640800" cy="11428651"/>
              <a:chOff x="0" y="0"/>
              <a:chExt cx="4274726" cy="22575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274726" cy="2257511"/>
              </a:xfrm>
              <a:custGeom>
                <a:avLst/>
                <a:gdLst/>
                <a:ahLst/>
                <a:cxnLst/>
                <a:rect r="r" b="b" t="t" l="l"/>
                <a:pathLst>
                  <a:path h="2257511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257511"/>
                    </a:lnTo>
                    <a:lnTo>
                      <a:pt x="0" y="2257511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4D6B99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4274726" cy="23051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734317" y="2697163"/>
            <a:ext cx="6819367" cy="6231196"/>
          </a:xfrm>
          <a:custGeom>
            <a:avLst/>
            <a:gdLst/>
            <a:ahLst/>
            <a:cxnLst/>
            <a:rect r="r" b="b" t="t" l="l"/>
            <a:pathLst>
              <a:path h="6231196" w="6819367">
                <a:moveTo>
                  <a:pt x="0" y="0"/>
                </a:moveTo>
                <a:lnTo>
                  <a:pt x="6819366" y="0"/>
                </a:lnTo>
                <a:lnTo>
                  <a:pt x="6819366" y="6231196"/>
                </a:lnTo>
                <a:lnTo>
                  <a:pt x="0" y="6231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27374D"/>
            </a:solidFill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5720211" y="231437"/>
            <a:ext cx="1136863" cy="1168738"/>
          </a:xfrm>
          <a:custGeom>
            <a:avLst/>
            <a:gdLst/>
            <a:ahLst/>
            <a:cxnLst/>
            <a:rect r="r" b="b" t="t" l="l"/>
            <a:pathLst>
              <a:path h="1168738" w="1136863">
                <a:moveTo>
                  <a:pt x="0" y="0"/>
                </a:moveTo>
                <a:lnTo>
                  <a:pt x="1136863" y="0"/>
                </a:lnTo>
                <a:lnTo>
                  <a:pt x="1136863" y="1168738"/>
                </a:lnTo>
                <a:lnTo>
                  <a:pt x="0" y="116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6121" y="8843010"/>
            <a:ext cx="570953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true">
                <a:solidFill>
                  <a:srgbClr val="526D82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142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70789" y="1363675"/>
            <a:ext cx="10989876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27374D"/>
                </a:solidFill>
                <a:latin typeface="Nanum Square"/>
                <a:ea typeface="Nanum Square"/>
                <a:cs typeface="Nanum Square"/>
                <a:sym typeface="Nanum Square"/>
              </a:rPr>
              <a:t>Secrets로 안전하게 보호하기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669" y="950912"/>
            <a:ext cx="2048120" cy="174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526D82">
                    <a:alpha val="73725"/>
                  </a:srgbClr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05</a:t>
            </a:r>
          </a:p>
        </p:txBody>
      </p:sp>
    </p:spTree>
  </p:cSld>
  <p:clrMapOvr>
    <a:masterClrMapping/>
  </p:clrMapOvr>
</p:sld>
</file>

<file path=ppt/slides/slide143.xml><?xml version="1.0" encoding="utf-8"?>
<p:sld xmlns:p="http://schemas.openxmlformats.org/presentationml/2006/main" xmlns:a="http://schemas.openxmlformats.org/drawingml/2006/main">
  <p:cSld>
    <p:bg>
      <p:bgPr>
        <a:solidFill>
          <a:srgbClr val="3C54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565525"/>
            <a:ext cx="18288000" cy="2794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9"/>
              </a:lnSpc>
            </a:pPr>
            <a:r>
              <a:rPr lang="en-US" sz="15999" b="true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Q &amp; A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9144000" y="1028700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9163050" y="7548543"/>
            <a:ext cx="0" cy="1709757"/>
          </a:xfrm>
          <a:prstGeom prst="line">
            <a:avLst/>
          </a:prstGeom>
          <a:ln cap="rnd" w="57150">
            <a:solidFill>
              <a:srgbClr val="DDE6E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DAGoAINmkBg</dc:identifier>
  <dcterms:modified xsi:type="dcterms:W3CDTF">2011-08-01T06:04:30Z</dcterms:modified>
  <cp:revision>1</cp:revision>
  <dc:title>GitHub 특강 -심화-</dc:title>
</cp:coreProperties>
</file>